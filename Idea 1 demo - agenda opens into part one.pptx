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app, built on those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we finish with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is the idea: the problem we saw and our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Ammar is an example traveller with three days and ten sights. Planning on his own, his route zigzags across the Bosphorus and the Golden Horn, and he still cannot tell where to stay, whether a price is fair, or how to fit everything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 Id="rId19" Type="http://schemas.openxmlformats.org/officeDocument/2006/relationships/image" Target="../media/image26.png"/><Relationship Id="rId20" Type="http://schemas.openxmlformats.org/officeDocument/2006/relationships/image" Target="../media/image27.png"/><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image" Target="../media/image49.png"/><Relationship Id="rId16" Type="http://schemas.openxmlformats.org/officeDocument/2006/relationships/image" Target="../media/image50.png"/><Relationship Id="rId17" Type="http://schemas.openxmlformats.org/officeDocument/2006/relationships/image" Target="../media/image51.png"/><Relationship Id="rId18" Type="http://schemas.openxmlformats.org/officeDocument/2006/relationships/image" Target="../media/image52.png"/><Relationship Id="rId19" Type="http://schemas.openxmlformats.org/officeDocument/2006/relationships/image" Target="../media/image53.png"/><Relationship Id="rId20" Type="http://schemas.openxmlformats.org/officeDocument/2006/relationships/image" Target="../media/image54.png"/><Relationship Id="rId21" Type="http://schemas.openxmlformats.org/officeDocument/2006/relationships/image" Target="../media/image55.png"/><Relationship Id="rId22" Type="http://schemas.openxmlformats.org/officeDocument/2006/relationships/image" Target="../media/image56.png"/><Relationship Id="rId23" Type="http://schemas.openxmlformats.org/officeDocument/2006/relationships/image" Target="../media/image57.png"/><Relationship Id="rId24" Type="http://schemas.openxmlformats.org/officeDocument/2006/relationships/image" Target="../media/image58.png"/><Relationship Id="rId25" Type="http://schemas.openxmlformats.org/officeDocument/2006/relationships/image" Target="../media/image59.png"/><Relationship Id="rId26" Type="http://schemas.openxmlformats.org/officeDocument/2006/relationships/image" Target="../media/image60.png"/><Relationship Id="rId27" Type="http://schemas.openxmlformats.org/officeDocument/2006/relationships/image" Target="../media/image61.png"/><Relationship Id="rId28" Type="http://schemas.openxmlformats.org/officeDocument/2006/relationships/image" Target="../media/image62.png"/><Relationship Id="rId29" Type="http://schemas.openxmlformats.org/officeDocument/2006/relationships/image" Target="../media/image63.png"/><Relationship Id="rId30" Type="http://schemas.openxmlformats.org/officeDocument/2006/relationships/image" Target="../media/image64.png"/><Relationship Id="rId31" Type="http://schemas.openxmlformats.org/officeDocument/2006/relationships/image" Target="../media/image65.png"/><Relationship Id="rId32" Type="http://schemas.openxmlformats.org/officeDocument/2006/relationships/image" Target="../media/image66.png"/><Relationship Id="rId33" Type="http://schemas.openxmlformats.org/officeDocument/2006/relationships/image" Target="../media/image67.png"/><Relationship Id="rId34" Type="http://schemas.openxmlformats.org/officeDocument/2006/relationships/image" Target="../media/image68.png"/><Relationship Id="rId35" Type="http://schemas.openxmlformats.org/officeDocument/2006/relationships/image" Target="../media/image35.png"/><Relationship Id="rId36" Type="http://schemas.openxmlformats.org/officeDocument/2006/relationships/image" Target="../media/image69.png"/><Relationship Id="rId37" Type="http://schemas.openxmlformats.org/officeDocument/2006/relationships/image" Target="../media/image70.png"/><Relationship Id="rId38" Type="http://schemas.openxmlformats.org/officeDocument/2006/relationships/image" Target="../media/image71.png"/><Relationship Id="rId39" Type="http://schemas.openxmlformats.org/officeDocument/2006/relationships/image" Target="../media/image72.png"/><Relationship Id="rId40" Type="http://schemas.openxmlformats.org/officeDocument/2006/relationships/image" Target="../media/image73.png"/><Relationship Id="rId41" Type="http://schemas.openxmlformats.org/officeDocument/2006/relationships/image" Target="../media/image74.png"/><Relationship Id="rId4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5EC"/>
        </a:solidFill>
        <a:effectLst/>
      </p:bgPr>
    </p:bg>
    <p:spTree>
      <p:nvGrpSpPr>
        <p:cNvPr id="1" name=""/>
        <p:cNvGrpSpPr/>
        <p:nvPr/>
      </p:nvGrpSpPr>
      <p:grpSpPr/>
      <p:pic>
        <p:nvPicPr>
          <p:cNvPr id="2" name="Picture 1" descr="route4_u0.jpg"/>
          <p:cNvPicPr>
            <a:picLocks noChangeAspect="1"/>
          </p:cNvPicPr>
          <p:nvPr/>
        </p:nvPicPr>
        <p:blipFill>
          <a:blip r:embed="rId2"/>
          <a:stretch>
            <a:fillRect/>
          </a:stretch>
        </p:blipFill>
        <p:spPr>
          <a:xfrm>
            <a:off x="0" y="6769100"/>
            <a:ext cx="12192000" cy="88900"/>
          </a:xfrm>
          <a:prstGeom prst="rect">
            <a:avLst/>
          </a:prstGeom>
        </p:spPr>
      </p:pic>
      <p:pic>
        <p:nvPicPr>
          <p:cNvPr id="3" name="!!ag-title" descr="route4_u1.png"/>
          <p:cNvPicPr>
            <a:picLocks noChangeAspect="1"/>
          </p:cNvPicPr>
          <p:nvPr/>
        </p:nvPicPr>
        <p:blipFill>
          <a:blip r:embed="rId3"/>
          <a:stretch>
            <a:fillRect/>
          </a:stretch>
        </p:blipFill>
        <p:spPr>
          <a:xfrm>
            <a:off x="638175" y="282575"/>
            <a:ext cx="1393825" cy="581025"/>
          </a:xfrm>
          <a:prstGeom prst="rect">
            <a:avLst/>
          </a:prstGeom>
        </p:spPr>
      </p:pic>
      <p:pic>
        <p:nvPicPr>
          <p:cNvPr id="4" name="!!ag-ph4" descr="route4_u2.png"/>
          <p:cNvPicPr>
            <a:picLocks noChangeAspect="1"/>
          </p:cNvPicPr>
          <p:nvPr/>
        </p:nvPicPr>
        <p:blipFill>
          <a:blip r:embed="rId4"/>
          <a:stretch>
            <a:fillRect/>
          </a:stretch>
        </p:blipFill>
        <p:spPr>
          <a:xfrm>
            <a:off x="2190750" y="2190750"/>
            <a:ext cx="2476500" cy="2476500"/>
          </a:xfrm>
          <a:prstGeom prst="rect">
            <a:avLst/>
          </a:prstGeom>
        </p:spPr>
      </p:pic>
      <p:pic>
        <p:nvPicPr>
          <p:cNvPr id="5" name="!!ag-sub" descr="route4_u3.png"/>
          <p:cNvPicPr>
            <a:picLocks noChangeAspect="1"/>
          </p:cNvPicPr>
          <p:nvPr/>
        </p:nvPicPr>
        <p:blipFill>
          <a:blip r:embed="rId5"/>
          <a:stretch>
            <a:fillRect/>
          </a:stretch>
        </p:blipFill>
        <p:spPr>
          <a:xfrm>
            <a:off x="2730500" y="4445000"/>
            <a:ext cx="1397000" cy="317500"/>
          </a:xfrm>
          <a:prstGeom prst="rect">
            <a:avLst/>
          </a:prstGeom>
        </p:spPr>
      </p:pic>
      <p:pic>
        <p:nvPicPr>
          <p:cNvPr id="6" name="!!seg1" descr="route4_u4.png"/>
          <p:cNvPicPr>
            <a:picLocks noChangeAspect="1"/>
          </p:cNvPicPr>
          <p:nvPr/>
        </p:nvPicPr>
        <p:blipFill>
          <a:blip r:embed="rId6"/>
          <a:stretch>
            <a:fillRect/>
          </a:stretch>
        </p:blipFill>
        <p:spPr>
          <a:xfrm>
            <a:off x="2641600" y="952500"/>
            <a:ext cx="1736725" cy="1098550"/>
          </a:xfrm>
          <a:prstGeom prst="rect">
            <a:avLst/>
          </a:prstGeom>
        </p:spPr>
      </p:pic>
      <p:pic>
        <p:nvPicPr>
          <p:cNvPr id="7" name="!!ic1" descr="route4_u5.png"/>
          <p:cNvPicPr>
            <a:picLocks noChangeAspect="1"/>
          </p:cNvPicPr>
          <p:nvPr/>
        </p:nvPicPr>
        <p:blipFill>
          <a:blip r:embed="rId7"/>
          <a:stretch>
            <a:fillRect/>
          </a:stretch>
        </p:blipFill>
        <p:spPr>
          <a:xfrm>
            <a:off x="3394075" y="1282700"/>
            <a:ext cx="209550" cy="330200"/>
          </a:xfrm>
          <a:prstGeom prst="rect">
            <a:avLst/>
          </a:prstGeom>
        </p:spPr>
      </p:pic>
      <p:pic>
        <p:nvPicPr>
          <p:cNvPr id="8" name="!!card1" descr="route4_u6.png"/>
          <p:cNvPicPr>
            <a:picLocks noChangeAspect="1"/>
          </p:cNvPicPr>
          <p:nvPr/>
        </p:nvPicPr>
        <p:blipFill>
          <a:blip r:embed="rId8"/>
          <a:stretch>
            <a:fillRect/>
          </a:stretch>
        </p:blipFill>
        <p:spPr>
          <a:xfrm>
            <a:off x="6350000" y="952500"/>
            <a:ext cx="4064000" cy="730250"/>
          </a:xfrm>
          <a:prstGeom prst="rect">
            <a:avLst/>
          </a:prstGeom>
        </p:spPr>
      </p:pic>
      <p:pic>
        <p:nvPicPr>
          <p:cNvPr id="9" name="!!seg2" descr="route4_u7.png"/>
          <p:cNvPicPr>
            <a:picLocks noChangeAspect="1"/>
          </p:cNvPicPr>
          <p:nvPr/>
        </p:nvPicPr>
        <p:blipFill>
          <a:blip r:embed="rId9"/>
          <a:stretch>
            <a:fillRect/>
          </a:stretch>
        </p:blipFill>
        <p:spPr>
          <a:xfrm>
            <a:off x="4070350" y="1193800"/>
            <a:ext cx="1631950" cy="1641475"/>
          </a:xfrm>
          <a:prstGeom prst="rect">
            <a:avLst/>
          </a:prstGeom>
        </p:spPr>
      </p:pic>
      <p:pic>
        <p:nvPicPr>
          <p:cNvPr id="10" name="!!ic2" descr="route4_u8.png"/>
          <p:cNvPicPr>
            <a:picLocks noChangeAspect="1"/>
          </p:cNvPicPr>
          <p:nvPr/>
        </p:nvPicPr>
        <p:blipFill>
          <a:blip r:embed="rId10"/>
          <a:stretch>
            <a:fillRect/>
          </a:stretch>
        </p:blipFill>
        <p:spPr>
          <a:xfrm>
            <a:off x="4702175" y="1885950"/>
            <a:ext cx="298450" cy="330200"/>
          </a:xfrm>
          <a:prstGeom prst="rect">
            <a:avLst/>
          </a:prstGeom>
        </p:spPr>
      </p:pic>
      <p:pic>
        <p:nvPicPr>
          <p:cNvPr id="11" name="!!card2" descr="route4_u9.png"/>
          <p:cNvPicPr>
            <a:picLocks noChangeAspect="1"/>
          </p:cNvPicPr>
          <p:nvPr/>
        </p:nvPicPr>
        <p:blipFill>
          <a:blip r:embed="rId11"/>
          <a:stretch>
            <a:fillRect/>
          </a:stretch>
        </p:blipFill>
        <p:spPr>
          <a:xfrm>
            <a:off x="6794500" y="2032000"/>
            <a:ext cx="4064000" cy="730250"/>
          </a:xfrm>
          <a:prstGeom prst="rect">
            <a:avLst/>
          </a:prstGeom>
        </p:spPr>
      </p:pic>
      <p:pic>
        <p:nvPicPr>
          <p:cNvPr id="12" name="!!seg3" descr="route4_u10.png"/>
          <p:cNvPicPr>
            <a:picLocks noChangeAspect="1"/>
          </p:cNvPicPr>
          <p:nvPr/>
        </p:nvPicPr>
        <p:blipFill>
          <a:blip r:embed="rId12"/>
          <a:stretch>
            <a:fillRect/>
          </a:stretch>
        </p:blipFill>
        <p:spPr>
          <a:xfrm>
            <a:off x="4826000" y="2559050"/>
            <a:ext cx="1079500" cy="1739900"/>
          </a:xfrm>
          <a:prstGeom prst="rect">
            <a:avLst/>
          </a:prstGeom>
        </p:spPr>
      </p:pic>
      <p:pic>
        <p:nvPicPr>
          <p:cNvPr id="13" name="!!ic3" descr="route4_u11.png"/>
          <p:cNvPicPr>
            <a:picLocks noChangeAspect="1"/>
          </p:cNvPicPr>
          <p:nvPr/>
        </p:nvPicPr>
        <p:blipFill>
          <a:blip r:embed="rId13"/>
          <a:stretch>
            <a:fillRect/>
          </a:stretch>
        </p:blipFill>
        <p:spPr>
          <a:xfrm>
            <a:off x="5260975" y="3279775"/>
            <a:ext cx="298450" cy="298450"/>
          </a:xfrm>
          <a:prstGeom prst="rect">
            <a:avLst/>
          </a:prstGeom>
        </p:spPr>
      </p:pic>
      <p:pic>
        <p:nvPicPr>
          <p:cNvPr id="14" name="!!card3" descr="route4_u12.png"/>
          <p:cNvPicPr>
            <a:picLocks noChangeAspect="1"/>
          </p:cNvPicPr>
          <p:nvPr/>
        </p:nvPicPr>
        <p:blipFill>
          <a:blip r:embed="rId14"/>
          <a:stretch>
            <a:fillRect/>
          </a:stretch>
        </p:blipFill>
        <p:spPr>
          <a:xfrm>
            <a:off x="7048500" y="3111500"/>
            <a:ext cx="4064000" cy="730250"/>
          </a:xfrm>
          <a:prstGeom prst="rect">
            <a:avLst/>
          </a:prstGeom>
        </p:spPr>
      </p:pic>
      <p:pic>
        <p:nvPicPr>
          <p:cNvPr id="15" name="!!seg4" descr="route4_u13.png"/>
          <p:cNvPicPr>
            <a:picLocks noChangeAspect="1"/>
          </p:cNvPicPr>
          <p:nvPr/>
        </p:nvPicPr>
        <p:blipFill>
          <a:blip r:embed="rId15"/>
          <a:stretch>
            <a:fillRect/>
          </a:stretch>
        </p:blipFill>
        <p:spPr>
          <a:xfrm>
            <a:off x="4159250" y="4105275"/>
            <a:ext cx="1860550" cy="1873250"/>
          </a:xfrm>
          <a:prstGeom prst="rect">
            <a:avLst/>
          </a:prstGeom>
        </p:spPr>
      </p:pic>
      <p:pic>
        <p:nvPicPr>
          <p:cNvPr id="16" name="!!ag-pin" descr="route4_u14.png"/>
          <p:cNvPicPr>
            <a:picLocks noChangeAspect="1"/>
          </p:cNvPicPr>
          <p:nvPr/>
        </p:nvPicPr>
        <p:blipFill>
          <a:blip r:embed="rId16"/>
          <a:stretch>
            <a:fillRect/>
          </a:stretch>
        </p:blipFill>
        <p:spPr>
          <a:xfrm>
            <a:off x="4883150" y="4737100"/>
            <a:ext cx="317500" cy="466725"/>
          </a:xfrm>
          <a:prstGeom prst="rect">
            <a:avLst/>
          </a:prstGeom>
        </p:spPr>
      </p:pic>
      <p:pic>
        <p:nvPicPr>
          <p:cNvPr id="17" name="!!card4" descr="route4_u15.png"/>
          <p:cNvPicPr>
            <a:picLocks noChangeAspect="1"/>
          </p:cNvPicPr>
          <p:nvPr/>
        </p:nvPicPr>
        <p:blipFill>
          <a:blip r:embed="rId17"/>
          <a:stretch>
            <a:fillRect/>
          </a:stretch>
        </p:blipFill>
        <p:spPr>
          <a:xfrm>
            <a:off x="6858000" y="4051300"/>
            <a:ext cx="4191000" cy="1104900"/>
          </a:xfrm>
          <a:prstGeom prst="rect">
            <a:avLst/>
          </a:prstGeom>
        </p:spPr>
      </p:pic>
      <p:pic>
        <p:nvPicPr>
          <p:cNvPr id="18" name="!!seg5" descr="route4_u16.png"/>
          <p:cNvPicPr>
            <a:picLocks noChangeAspect="1"/>
          </p:cNvPicPr>
          <p:nvPr/>
        </p:nvPicPr>
        <p:blipFill>
          <a:blip r:embed="rId18"/>
          <a:stretch>
            <a:fillRect/>
          </a:stretch>
        </p:blipFill>
        <p:spPr>
          <a:xfrm>
            <a:off x="2641600" y="4806950"/>
            <a:ext cx="1736725" cy="1098550"/>
          </a:xfrm>
          <a:prstGeom prst="rect">
            <a:avLst/>
          </a:prstGeom>
        </p:spPr>
      </p:pic>
      <p:pic>
        <p:nvPicPr>
          <p:cNvPr id="19" name="!!ic5" descr="route4_u17.png"/>
          <p:cNvPicPr>
            <a:picLocks noChangeAspect="1"/>
          </p:cNvPicPr>
          <p:nvPr/>
        </p:nvPicPr>
        <p:blipFill>
          <a:blip r:embed="rId19"/>
          <a:stretch>
            <a:fillRect/>
          </a:stretch>
        </p:blipFill>
        <p:spPr>
          <a:xfrm>
            <a:off x="3394075" y="5260975"/>
            <a:ext cx="238125" cy="298450"/>
          </a:xfrm>
          <a:prstGeom prst="rect">
            <a:avLst/>
          </a:prstGeom>
        </p:spPr>
      </p:pic>
      <p:pic>
        <p:nvPicPr>
          <p:cNvPr id="20" name="!!card5" descr="route4_u18.png"/>
          <p:cNvPicPr>
            <a:picLocks noChangeAspect="1"/>
          </p:cNvPicPr>
          <p:nvPr/>
        </p:nvPicPr>
        <p:blipFill>
          <a:blip r:embed="rId20"/>
          <a:stretch>
            <a:fillRect/>
          </a:stretch>
        </p:blipFill>
        <p:spPr>
          <a:xfrm>
            <a:off x="6350000" y="5270500"/>
            <a:ext cx="4064000" cy="730250"/>
          </a:xfrm>
          <a:prstGeom prst="rect">
            <a:avLst/>
          </a:prstGeom>
        </p:spPr>
      </p:pic>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5EC"/>
        </a:solidFill>
        <a:effectLst/>
      </p:bgPr>
    </p:bg>
    <p:spTree>
      <p:nvGrpSpPr>
        <p:cNvPr id="1" name=""/>
        <p:cNvGrpSpPr/>
        <p:nvPr/>
      </p:nvGrpSpPr>
      <p:grpSpPr/>
      <p:pic>
        <p:nvPicPr>
          <p:cNvPr id="2" name="Picture 1" descr="route4_u0.jpg"/>
          <p:cNvPicPr>
            <a:picLocks noChangeAspect="1"/>
          </p:cNvPicPr>
          <p:nvPr/>
        </p:nvPicPr>
        <p:blipFill>
          <a:blip r:embed="rId2"/>
          <a:stretch>
            <a:fillRect/>
          </a:stretch>
        </p:blipFill>
        <p:spPr>
          <a:xfrm>
            <a:off x="0" y="6769100"/>
            <a:ext cx="12192000" cy="88900"/>
          </a:xfrm>
          <a:prstGeom prst="rect">
            <a:avLst/>
          </a:prstGeom>
        </p:spPr>
      </p:pic>
      <p:pic>
        <p:nvPicPr>
          <p:cNvPr id="3" name="!!ag-title" descr="route4_u1.png"/>
          <p:cNvPicPr>
            <a:picLocks noChangeAspect="1"/>
          </p:cNvPicPr>
          <p:nvPr/>
        </p:nvPicPr>
        <p:blipFill>
          <a:blip r:embed="rId3"/>
          <a:stretch>
            <a:fillRect/>
          </a:stretch>
        </p:blipFill>
        <p:spPr>
          <a:xfrm>
            <a:off x="638175" y="282575"/>
            <a:ext cx="1393825" cy="581025"/>
          </a:xfrm>
          <a:prstGeom prst="rect">
            <a:avLst/>
          </a:prstGeom>
        </p:spPr>
      </p:pic>
      <p:pic>
        <p:nvPicPr>
          <p:cNvPr id="4" name="!!ag-ph5" descr="route5_u2.png"/>
          <p:cNvPicPr>
            <a:picLocks noChangeAspect="1"/>
          </p:cNvPicPr>
          <p:nvPr/>
        </p:nvPicPr>
        <p:blipFill>
          <a:blip r:embed="rId4"/>
          <a:stretch>
            <a:fillRect/>
          </a:stretch>
        </p:blipFill>
        <p:spPr>
          <a:xfrm>
            <a:off x="2190750" y="2190750"/>
            <a:ext cx="2476500" cy="2476500"/>
          </a:xfrm>
          <a:prstGeom prst="rect">
            <a:avLst/>
          </a:prstGeom>
        </p:spPr>
      </p:pic>
      <p:pic>
        <p:nvPicPr>
          <p:cNvPr id="5" name="!!ag-sub" descr="route5_u3.png"/>
          <p:cNvPicPr>
            <a:picLocks noChangeAspect="1"/>
          </p:cNvPicPr>
          <p:nvPr/>
        </p:nvPicPr>
        <p:blipFill>
          <a:blip r:embed="rId5"/>
          <a:stretch>
            <a:fillRect/>
          </a:stretch>
        </p:blipFill>
        <p:spPr>
          <a:xfrm>
            <a:off x="2730500" y="4445000"/>
            <a:ext cx="1397000" cy="317500"/>
          </a:xfrm>
          <a:prstGeom prst="rect">
            <a:avLst/>
          </a:prstGeom>
        </p:spPr>
      </p:pic>
      <p:pic>
        <p:nvPicPr>
          <p:cNvPr id="6" name="!!seg1" descr="route4_u4.png"/>
          <p:cNvPicPr>
            <a:picLocks noChangeAspect="1"/>
          </p:cNvPicPr>
          <p:nvPr/>
        </p:nvPicPr>
        <p:blipFill>
          <a:blip r:embed="rId6"/>
          <a:stretch>
            <a:fillRect/>
          </a:stretch>
        </p:blipFill>
        <p:spPr>
          <a:xfrm>
            <a:off x="2641600" y="952500"/>
            <a:ext cx="1736725" cy="1098550"/>
          </a:xfrm>
          <a:prstGeom prst="rect">
            <a:avLst/>
          </a:prstGeom>
        </p:spPr>
      </p:pic>
      <p:pic>
        <p:nvPicPr>
          <p:cNvPr id="7" name="!!ic1" descr="route4_u5.png"/>
          <p:cNvPicPr>
            <a:picLocks noChangeAspect="1"/>
          </p:cNvPicPr>
          <p:nvPr/>
        </p:nvPicPr>
        <p:blipFill>
          <a:blip r:embed="rId7"/>
          <a:stretch>
            <a:fillRect/>
          </a:stretch>
        </p:blipFill>
        <p:spPr>
          <a:xfrm>
            <a:off x="3394075" y="1282700"/>
            <a:ext cx="209550" cy="330200"/>
          </a:xfrm>
          <a:prstGeom prst="rect">
            <a:avLst/>
          </a:prstGeom>
        </p:spPr>
      </p:pic>
      <p:pic>
        <p:nvPicPr>
          <p:cNvPr id="8" name="!!card1" descr="route4_u6.png"/>
          <p:cNvPicPr>
            <a:picLocks noChangeAspect="1"/>
          </p:cNvPicPr>
          <p:nvPr/>
        </p:nvPicPr>
        <p:blipFill>
          <a:blip r:embed="rId8"/>
          <a:stretch>
            <a:fillRect/>
          </a:stretch>
        </p:blipFill>
        <p:spPr>
          <a:xfrm>
            <a:off x="6350000" y="952500"/>
            <a:ext cx="4064000" cy="730250"/>
          </a:xfrm>
          <a:prstGeom prst="rect">
            <a:avLst/>
          </a:prstGeom>
        </p:spPr>
      </p:pic>
      <p:pic>
        <p:nvPicPr>
          <p:cNvPr id="9" name="!!seg2" descr="route4_u7.png"/>
          <p:cNvPicPr>
            <a:picLocks noChangeAspect="1"/>
          </p:cNvPicPr>
          <p:nvPr/>
        </p:nvPicPr>
        <p:blipFill>
          <a:blip r:embed="rId9"/>
          <a:stretch>
            <a:fillRect/>
          </a:stretch>
        </p:blipFill>
        <p:spPr>
          <a:xfrm>
            <a:off x="4070350" y="1193800"/>
            <a:ext cx="1631950" cy="1641475"/>
          </a:xfrm>
          <a:prstGeom prst="rect">
            <a:avLst/>
          </a:prstGeom>
        </p:spPr>
      </p:pic>
      <p:pic>
        <p:nvPicPr>
          <p:cNvPr id="10" name="!!ic2" descr="route4_u8.png"/>
          <p:cNvPicPr>
            <a:picLocks noChangeAspect="1"/>
          </p:cNvPicPr>
          <p:nvPr/>
        </p:nvPicPr>
        <p:blipFill>
          <a:blip r:embed="rId10"/>
          <a:stretch>
            <a:fillRect/>
          </a:stretch>
        </p:blipFill>
        <p:spPr>
          <a:xfrm>
            <a:off x="4702175" y="1885950"/>
            <a:ext cx="298450" cy="330200"/>
          </a:xfrm>
          <a:prstGeom prst="rect">
            <a:avLst/>
          </a:prstGeom>
        </p:spPr>
      </p:pic>
      <p:pic>
        <p:nvPicPr>
          <p:cNvPr id="11" name="!!card2" descr="route4_u9.png"/>
          <p:cNvPicPr>
            <a:picLocks noChangeAspect="1"/>
          </p:cNvPicPr>
          <p:nvPr/>
        </p:nvPicPr>
        <p:blipFill>
          <a:blip r:embed="rId11"/>
          <a:stretch>
            <a:fillRect/>
          </a:stretch>
        </p:blipFill>
        <p:spPr>
          <a:xfrm>
            <a:off x="6794500" y="2032000"/>
            <a:ext cx="4064000" cy="730250"/>
          </a:xfrm>
          <a:prstGeom prst="rect">
            <a:avLst/>
          </a:prstGeom>
        </p:spPr>
      </p:pic>
      <p:pic>
        <p:nvPicPr>
          <p:cNvPr id="12" name="!!seg3" descr="route4_u10.png"/>
          <p:cNvPicPr>
            <a:picLocks noChangeAspect="1"/>
          </p:cNvPicPr>
          <p:nvPr/>
        </p:nvPicPr>
        <p:blipFill>
          <a:blip r:embed="rId12"/>
          <a:stretch>
            <a:fillRect/>
          </a:stretch>
        </p:blipFill>
        <p:spPr>
          <a:xfrm>
            <a:off x="4826000" y="2559050"/>
            <a:ext cx="1079500" cy="1739900"/>
          </a:xfrm>
          <a:prstGeom prst="rect">
            <a:avLst/>
          </a:prstGeom>
        </p:spPr>
      </p:pic>
      <p:pic>
        <p:nvPicPr>
          <p:cNvPr id="13" name="!!ic3" descr="route4_u11.png"/>
          <p:cNvPicPr>
            <a:picLocks noChangeAspect="1"/>
          </p:cNvPicPr>
          <p:nvPr/>
        </p:nvPicPr>
        <p:blipFill>
          <a:blip r:embed="rId13"/>
          <a:stretch>
            <a:fillRect/>
          </a:stretch>
        </p:blipFill>
        <p:spPr>
          <a:xfrm>
            <a:off x="5260975" y="3279775"/>
            <a:ext cx="298450" cy="298450"/>
          </a:xfrm>
          <a:prstGeom prst="rect">
            <a:avLst/>
          </a:prstGeom>
        </p:spPr>
      </p:pic>
      <p:pic>
        <p:nvPicPr>
          <p:cNvPr id="14" name="!!card3" descr="route4_u12.png"/>
          <p:cNvPicPr>
            <a:picLocks noChangeAspect="1"/>
          </p:cNvPicPr>
          <p:nvPr/>
        </p:nvPicPr>
        <p:blipFill>
          <a:blip r:embed="rId14"/>
          <a:stretch>
            <a:fillRect/>
          </a:stretch>
        </p:blipFill>
        <p:spPr>
          <a:xfrm>
            <a:off x="7048500" y="3111500"/>
            <a:ext cx="4064000" cy="730250"/>
          </a:xfrm>
          <a:prstGeom prst="rect">
            <a:avLst/>
          </a:prstGeom>
        </p:spPr>
      </p:pic>
      <p:pic>
        <p:nvPicPr>
          <p:cNvPr id="15" name="!!seg4" descr="route5_u13.png"/>
          <p:cNvPicPr>
            <a:picLocks noChangeAspect="1"/>
          </p:cNvPicPr>
          <p:nvPr/>
        </p:nvPicPr>
        <p:blipFill>
          <a:blip r:embed="rId15"/>
          <a:stretch>
            <a:fillRect/>
          </a:stretch>
        </p:blipFill>
        <p:spPr>
          <a:xfrm>
            <a:off x="4070350" y="4022725"/>
            <a:ext cx="1631950" cy="1641475"/>
          </a:xfrm>
          <a:prstGeom prst="rect">
            <a:avLst/>
          </a:prstGeom>
        </p:spPr>
      </p:pic>
      <p:pic>
        <p:nvPicPr>
          <p:cNvPr id="16" name="!!ic4" descr="route5_u14.png"/>
          <p:cNvPicPr>
            <a:picLocks noChangeAspect="1"/>
          </p:cNvPicPr>
          <p:nvPr/>
        </p:nvPicPr>
        <p:blipFill>
          <a:blip r:embed="rId16"/>
          <a:stretch>
            <a:fillRect/>
          </a:stretch>
        </p:blipFill>
        <p:spPr>
          <a:xfrm>
            <a:off x="4686300" y="4641850"/>
            <a:ext cx="330200" cy="330200"/>
          </a:xfrm>
          <a:prstGeom prst="rect">
            <a:avLst/>
          </a:prstGeom>
        </p:spPr>
      </p:pic>
      <p:pic>
        <p:nvPicPr>
          <p:cNvPr id="17" name="!!card4" descr="route5_u15.png"/>
          <p:cNvPicPr>
            <a:picLocks noChangeAspect="1"/>
          </p:cNvPicPr>
          <p:nvPr/>
        </p:nvPicPr>
        <p:blipFill>
          <a:blip r:embed="rId17"/>
          <a:stretch>
            <a:fillRect/>
          </a:stretch>
        </p:blipFill>
        <p:spPr>
          <a:xfrm>
            <a:off x="6794500" y="4191000"/>
            <a:ext cx="4064000" cy="730250"/>
          </a:xfrm>
          <a:prstGeom prst="rect">
            <a:avLst/>
          </a:prstGeom>
        </p:spPr>
      </p:pic>
      <p:pic>
        <p:nvPicPr>
          <p:cNvPr id="18" name="!!seg5" descr="route5_u16.png"/>
          <p:cNvPicPr>
            <a:picLocks noChangeAspect="1"/>
          </p:cNvPicPr>
          <p:nvPr/>
        </p:nvPicPr>
        <p:blipFill>
          <a:blip r:embed="rId18"/>
          <a:stretch>
            <a:fillRect/>
          </a:stretch>
        </p:blipFill>
        <p:spPr>
          <a:xfrm>
            <a:off x="2533650" y="5000625"/>
            <a:ext cx="1978025" cy="1250950"/>
          </a:xfrm>
          <a:prstGeom prst="rect">
            <a:avLst/>
          </a:prstGeom>
        </p:spPr>
      </p:pic>
      <p:pic>
        <p:nvPicPr>
          <p:cNvPr id="19" name="!!ag-pin" descr="route5_u17.png"/>
          <p:cNvPicPr>
            <a:picLocks noChangeAspect="1"/>
          </p:cNvPicPr>
          <p:nvPr/>
        </p:nvPicPr>
        <p:blipFill>
          <a:blip r:embed="rId19"/>
          <a:stretch>
            <a:fillRect/>
          </a:stretch>
        </p:blipFill>
        <p:spPr>
          <a:xfrm>
            <a:off x="3346450" y="5429250"/>
            <a:ext cx="317500" cy="466725"/>
          </a:xfrm>
          <a:prstGeom prst="rect">
            <a:avLst/>
          </a:prstGeom>
        </p:spPr>
      </p:pic>
      <p:pic>
        <p:nvPicPr>
          <p:cNvPr id="20" name="!!card5" descr="route5_u18.png"/>
          <p:cNvPicPr>
            <a:picLocks noChangeAspect="1"/>
          </p:cNvPicPr>
          <p:nvPr/>
        </p:nvPicPr>
        <p:blipFill>
          <a:blip r:embed="rId20"/>
          <a:stretch>
            <a:fillRect/>
          </a:stretch>
        </p:blipFill>
        <p:spPr>
          <a:xfrm>
            <a:off x="6413500" y="5130800"/>
            <a:ext cx="4191000" cy="1104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1F36"/>
        </a:solidFill>
        <a:effectLst/>
      </p:bgPr>
    </p:bg>
    <p:spTree>
      <p:nvGrpSpPr>
        <p:cNvPr id="1" name=""/>
        <p:cNvGrpSpPr/>
        <p:nvPr/>
      </p:nvGrpSpPr>
      <p:grpSpPr/>
      <p:pic>
        <p:nvPicPr>
          <p:cNvPr id="2" name="Picture 1" descr="part1_u0.jpg"/>
          <p:cNvPicPr>
            <a:picLocks noChangeAspect="1"/>
          </p:cNvPicPr>
          <p:nvPr/>
        </p:nvPicPr>
        <p:blipFill>
          <a:blip r:embed="rId2"/>
          <a:stretch>
            <a:fillRect/>
          </a:stretch>
        </p:blipFill>
        <p:spPr>
          <a:xfrm>
            <a:off x="0" y="0"/>
            <a:ext cx="12192000" cy="6858000"/>
          </a:xfrm>
          <a:prstGeom prst="rect">
            <a:avLst/>
          </a:prstGeom>
        </p:spPr>
      </p:pic>
      <p:pic>
        <p:nvPicPr>
          <p:cNvPr id="3" name="Picture 2" descr="part1_u1.png"/>
          <p:cNvPicPr>
            <a:picLocks noChangeAspect="1"/>
          </p:cNvPicPr>
          <p:nvPr/>
        </p:nvPicPr>
        <p:blipFill>
          <a:blip r:embed="rId3"/>
          <a:stretch>
            <a:fillRect/>
          </a:stretch>
        </p:blipFill>
        <p:spPr>
          <a:xfrm>
            <a:off x="2962275" y="1174750"/>
            <a:ext cx="6426200" cy="2047875"/>
          </a:xfrm>
          <a:prstGeom prst="rect">
            <a:avLst/>
          </a:prstGeom>
        </p:spPr>
      </p:pic>
      <p:pic>
        <p:nvPicPr>
          <p:cNvPr id="4" name="Picture 3" descr="part1_u2_1x.png"/>
          <p:cNvPicPr>
            <a:picLocks noChangeAspect="1"/>
          </p:cNvPicPr>
          <p:nvPr/>
        </p:nvPicPr>
        <p:blipFill>
          <a:blip r:embed="rId4"/>
          <a:stretch>
            <a:fillRect/>
          </a:stretch>
        </p:blipFill>
        <p:spPr>
          <a:xfrm>
            <a:off x="0" y="644525"/>
            <a:ext cx="12192000" cy="6213475"/>
          </a:xfrm>
          <a:prstGeom prst="rect">
            <a:avLst/>
          </a:prstGeom>
        </p:spPr>
      </p:pic>
      <p:pic>
        <p:nvPicPr>
          <p:cNvPr id="5" name="Picture 4" descr="part1_u3.png"/>
          <p:cNvPicPr>
            <a:picLocks noChangeAspect="1"/>
          </p:cNvPicPr>
          <p:nvPr/>
        </p:nvPicPr>
        <p:blipFill>
          <a:blip r:embed="rId5"/>
          <a:stretch>
            <a:fillRect/>
          </a:stretch>
        </p:blipFill>
        <p:spPr>
          <a:xfrm>
            <a:off x="4832350" y="546100"/>
            <a:ext cx="2441575" cy="136525"/>
          </a:xfrm>
          <a:prstGeom prst="rect">
            <a:avLst/>
          </a:prstGeom>
        </p:spPr>
      </p:pic>
      <p:pic>
        <p:nvPicPr>
          <p:cNvPr id="6" name="Picture 5" descr="part1_u4.png"/>
          <p:cNvPicPr>
            <a:picLocks noChangeAspect="1"/>
          </p:cNvPicPr>
          <p:nvPr/>
        </p:nvPicPr>
        <p:blipFill>
          <a:blip r:embed="rId6"/>
          <a:stretch>
            <a:fillRect/>
          </a:stretch>
        </p:blipFill>
        <p:spPr>
          <a:xfrm>
            <a:off x="812800" y="5778500"/>
            <a:ext cx="4826000" cy="723900"/>
          </a:xfrm>
          <a:prstGeom prst="rect">
            <a:avLst/>
          </a:prstGeom>
        </p:spPr>
      </p:pic>
      <p:pic>
        <p:nvPicPr>
          <p:cNvPr id="7" name="Picture 6" descr="part1_u5.png"/>
          <p:cNvPicPr>
            <a:picLocks noChangeAspect="1"/>
          </p:cNvPicPr>
          <p:nvPr/>
        </p:nvPicPr>
        <p:blipFill>
          <a:blip r:embed="rId7"/>
          <a:stretch>
            <a:fillRect/>
          </a:stretch>
        </p:blipFill>
        <p:spPr>
          <a:xfrm>
            <a:off x="8839200" y="5905500"/>
            <a:ext cx="2540000" cy="336550"/>
          </a:xfrm>
          <a:prstGeom prst="rect">
            <a:avLst/>
          </a:prstGeom>
        </p:spPr>
      </p:pic>
      <p:pic>
        <p:nvPicPr>
          <p:cNvPr id="8" name="!!ag-ph5" descr="part1_u6_1x.png"/>
          <p:cNvPicPr>
            <a:picLocks noChangeAspect="1"/>
          </p:cNvPicPr>
          <p:nvPr/>
        </p:nvPicPr>
        <p:blipFill>
          <a:blip r:embed="rId8"/>
          <a:stretch>
            <a:fillRect/>
          </a:stretch>
        </p:blipFill>
        <p:spPr>
          <a:xfrm>
            <a:off x="0" y="0"/>
            <a:ext cx="12192000" cy="6858000"/>
          </a:xfrm>
          <a:prstGeom prst="rect">
            <a:avLst/>
          </a:prstGeom>
        </p:spPr>
      </p:pic>
      <p:sp>
        <p:nvSpPr>
          <p:cNvPr id="9" name="!!island"/>
          <p:cNvSpPr/>
          <p:nvPr/>
        </p:nvSpPr>
        <p:spPr>
          <a:xfrm>
            <a:off x="3530600" y="50800"/>
            <a:ext cx="4851400" cy="508000"/>
          </a:xfrm>
          <a:prstGeom prst="roundRect">
            <a:avLst>
              <a:gd name="adj" fmla="val 50000"/>
            </a:avLst>
          </a:prstGeom>
          <a:solidFill>
            <a:srgbClr val="1D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sl-pin" descr="part1_u8.png"/>
          <p:cNvPicPr>
            <a:picLocks noChangeAspect="1"/>
          </p:cNvPicPr>
          <p:nvPr/>
        </p:nvPicPr>
        <p:blipFill>
          <a:blip r:embed="rId9"/>
          <a:stretch>
            <a:fillRect/>
          </a:stretch>
        </p:blipFill>
        <p:spPr>
          <a:xfrm>
            <a:off x="3635375" y="209550"/>
            <a:ext cx="114300" cy="161925"/>
          </a:xfrm>
          <a:prstGeom prst="rect">
            <a:avLst/>
          </a:prstGeom>
        </p:spPr>
      </p:pic>
      <p:pic>
        <p:nvPicPr>
          <p:cNvPr id="11" name="!!isl-big" descr="part1_u9.png"/>
          <p:cNvPicPr>
            <a:picLocks noChangeAspect="1"/>
          </p:cNvPicPr>
          <p:nvPr/>
        </p:nvPicPr>
        <p:blipFill>
          <a:blip r:embed="rId10"/>
          <a:stretch>
            <a:fillRect/>
          </a:stretch>
        </p:blipFill>
        <p:spPr>
          <a:xfrm>
            <a:off x="4432300" y="231775"/>
            <a:ext cx="3336925" cy="1682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6" presetID="10" presetClass="exit" presetSubtype="0" fill="hold" grpId="1" nodeType="afterEffect">
                                  <p:stCondLst>
                                    <p:cond delay="0"/>
                                  </p:stCondLst>
                                  <p:childTnLst>
                                    <p:animEffect transition="out" filter="fade">
                                      <p:cBhvr>
                                        <p:cTn id="4" dur="600"/>
                                        <p:tgtEl>
                                          <p:spTgt spid="8"/>
                                        </p:tgtEl>
                                      </p:cBhvr>
                                    </p:animEffect>
                                    <p:set>
                                      <p:cBhvr>
                                        <p:cTn id="5" dur="1" fill="hold">
                                          <p:stCondLst>
                                            <p:cond delay="599"/>
                                          </p:stCondLst>
                                        </p:cTn>
                                        <p:tgtEl>
                                          <p:spTgt spid="8"/>
                                        </p:tgtEl>
                                        <p:attrNameLst>
                                          <p:attrName>style.visibility</p:attrName>
                                        </p:attrNameLst>
                                      </p:cBhvr>
                                      <p:to>
                                        <p:strVal val="hidden"/>
                                      </p:to>
                                    </p:set>
                                  </p:childTnLst>
                                </p:cTn>
                              </p:par>
                            </p:childTnLst>
                          </p:cTn>
                        </p:par>
                        <p:par>
                          <p:cTn id="12" fill="hold">
                            <p:stCondLst>
                              <p:cond delay="320"/>
                            </p:stCondLst>
                            <p:childTnLst>
                              <p:par>
                                <p:cTn id="11" presetID="42"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50"/>
                                        <p:tgtEl>
                                          <p:spTgt spid="3"/>
                                        </p:tgtEl>
                                      </p:cBhvr>
                                    </p:animEffect>
                                    <p:anim calcmode="lin" valueType="num">
                                      <p:cBhvr>
                                        <p:cTn id="10" dur="750" decel="100000" fill="hold"/>
                                        <p:tgtEl>
                                          <p:spTgt spid="3"/>
                                        </p:tgtEl>
                                        <p:attrNameLst>
                                          <p:attrName>ppt_y</p:attrName>
                                        </p:attrNameLst>
                                      </p:cBhvr>
                                      <p:tavLst>
                                        <p:tav tm="0">
                                          <p:val>
                                            <p:strVal val="#ppt_y+0.035"/>
                                          </p:val>
                                        </p:tav>
                                        <p:tav tm="100000">
                                          <p:val>
                                            <p:strVal val="#ppt_y"/>
                                          </p:val>
                                        </p:tav>
                                      </p:tavLst>
                                    </p:anim>
                                  </p:childTnLst>
                                </p:cTn>
                              </p:par>
                            </p:childTnLst>
                          </p:cTn>
                        </p:par>
                        <p:par>
                          <p:cTn id="16" fill="hold">
                            <p:stCondLst>
                              <p:cond delay="640"/>
                            </p:stCondLst>
                            <p:childTnLst>
                              <p:par>
                                <p:cTn id="15"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650"/>
                                        <p:tgtEl>
                                          <p:spTgt spid="5"/>
                                        </p:tgtEl>
                                      </p:cBhvr>
                                    </p:animEffect>
                                  </p:childTnLst>
                                </p:cTn>
                              </p:par>
                            </p:childTnLst>
                          </p:cTn>
                        </p:par>
                        <p:par>
                          <p:cTn id="23" fill="hold">
                            <p:stCondLst>
                              <p:cond delay="960"/>
                            </p:stCondLst>
                            <p:childTnLst>
                              <p:par>
                                <p:cTn id="19"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50"/>
                                        <p:tgtEl>
                                          <p:spTgt spid="6"/>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5EC"/>
        </a:solidFill>
        <a:effectLst/>
      </p:bgPr>
    </p:bg>
    <p:spTree>
      <p:nvGrpSpPr>
        <p:cNvPr id="1" name=""/>
        <p:cNvGrpSpPr/>
        <p:nvPr/>
      </p:nvGrpSpPr>
      <p:grpSpPr/>
      <p:pic>
        <p:nvPicPr>
          <p:cNvPr id="2" name="Picture 1" descr="route4_u0.jpg"/>
          <p:cNvPicPr>
            <a:picLocks noChangeAspect="1"/>
          </p:cNvPicPr>
          <p:nvPr/>
        </p:nvPicPr>
        <p:blipFill>
          <a:blip r:embed="rId2"/>
          <a:stretch>
            <a:fillRect/>
          </a:stretch>
        </p:blipFill>
        <p:spPr>
          <a:xfrm>
            <a:off x="0" y="6769100"/>
            <a:ext cx="12192000" cy="88900"/>
          </a:xfrm>
          <a:prstGeom prst="rect">
            <a:avLst/>
          </a:prstGeom>
        </p:spPr>
      </p:pic>
      <p:pic>
        <p:nvPicPr>
          <p:cNvPr id="3" name="Picture 2" descr="problem_u1.png"/>
          <p:cNvPicPr>
            <a:picLocks noChangeAspect="1"/>
          </p:cNvPicPr>
          <p:nvPr/>
        </p:nvPicPr>
        <p:blipFill>
          <a:blip r:embed="rId3"/>
          <a:stretch>
            <a:fillRect/>
          </a:stretch>
        </p:blipFill>
        <p:spPr>
          <a:xfrm>
            <a:off x="609600" y="457200"/>
            <a:ext cx="228600" cy="228600"/>
          </a:xfrm>
          <a:prstGeom prst="rect">
            <a:avLst/>
          </a:prstGeom>
        </p:spPr>
      </p:pic>
      <p:pic>
        <p:nvPicPr>
          <p:cNvPr id="4" name="Picture 3" descr="problem_u2.png"/>
          <p:cNvPicPr>
            <a:picLocks noChangeAspect="1"/>
          </p:cNvPicPr>
          <p:nvPr/>
        </p:nvPicPr>
        <p:blipFill>
          <a:blip r:embed="rId4"/>
          <a:stretch>
            <a:fillRect/>
          </a:stretch>
        </p:blipFill>
        <p:spPr>
          <a:xfrm>
            <a:off x="11353800" y="457200"/>
            <a:ext cx="228600" cy="228600"/>
          </a:xfrm>
          <a:prstGeom prst="rect">
            <a:avLst/>
          </a:prstGeom>
        </p:spPr>
      </p:pic>
      <p:pic>
        <p:nvPicPr>
          <p:cNvPr id="5" name="Picture 4" descr="problem_u3.png"/>
          <p:cNvPicPr>
            <a:picLocks noChangeAspect="1"/>
          </p:cNvPicPr>
          <p:nvPr/>
        </p:nvPicPr>
        <p:blipFill>
          <a:blip r:embed="rId5"/>
          <a:stretch>
            <a:fillRect/>
          </a:stretch>
        </p:blipFill>
        <p:spPr>
          <a:xfrm>
            <a:off x="860425" y="965200"/>
            <a:ext cx="1095375" cy="276225"/>
          </a:xfrm>
          <a:prstGeom prst="rect">
            <a:avLst/>
          </a:prstGeom>
        </p:spPr>
      </p:pic>
      <p:pic>
        <p:nvPicPr>
          <p:cNvPr id="6" name="!!st-title" descr="problem_u4.png"/>
          <p:cNvPicPr>
            <a:picLocks noChangeAspect="1"/>
          </p:cNvPicPr>
          <p:nvPr/>
        </p:nvPicPr>
        <p:blipFill>
          <a:blip r:embed="rId6"/>
          <a:stretch>
            <a:fillRect/>
          </a:stretch>
        </p:blipFill>
        <p:spPr>
          <a:xfrm>
            <a:off x="911225" y="1282700"/>
            <a:ext cx="7559675" cy="914400"/>
          </a:xfrm>
          <a:prstGeom prst="rect">
            <a:avLst/>
          </a:prstGeom>
        </p:spPr>
      </p:pic>
      <p:pic>
        <p:nvPicPr>
          <p:cNvPr id="7" name="Picture 6" descr="problem_u5.png"/>
          <p:cNvPicPr>
            <a:picLocks noChangeAspect="1"/>
          </p:cNvPicPr>
          <p:nvPr/>
        </p:nvPicPr>
        <p:blipFill>
          <a:blip r:embed="rId7"/>
          <a:stretch>
            <a:fillRect/>
          </a:stretch>
        </p:blipFill>
        <p:spPr>
          <a:xfrm>
            <a:off x="812800" y="2667000"/>
            <a:ext cx="3556000" cy="2984500"/>
          </a:xfrm>
          <a:prstGeom prst="rect">
            <a:avLst/>
          </a:prstGeom>
        </p:spPr>
      </p:pic>
      <p:pic>
        <p:nvPicPr>
          <p:cNvPr id="8" name="Picture 7" descr="problem_u6.png"/>
          <p:cNvPicPr>
            <a:picLocks noChangeAspect="1"/>
          </p:cNvPicPr>
          <p:nvPr/>
        </p:nvPicPr>
        <p:blipFill>
          <a:blip r:embed="rId8"/>
          <a:stretch>
            <a:fillRect/>
          </a:stretch>
        </p:blipFill>
        <p:spPr>
          <a:xfrm>
            <a:off x="1117600" y="2959100"/>
            <a:ext cx="609600" cy="609600"/>
          </a:xfrm>
          <a:prstGeom prst="rect">
            <a:avLst/>
          </a:prstGeom>
        </p:spPr>
      </p:pic>
      <p:pic>
        <p:nvPicPr>
          <p:cNvPr id="9" name="Picture 8" descr="problem_u7.png"/>
          <p:cNvPicPr>
            <a:picLocks noChangeAspect="1"/>
          </p:cNvPicPr>
          <p:nvPr/>
        </p:nvPicPr>
        <p:blipFill>
          <a:blip r:embed="rId9"/>
          <a:stretch>
            <a:fillRect/>
          </a:stretch>
        </p:blipFill>
        <p:spPr>
          <a:xfrm>
            <a:off x="1282700" y="3136900"/>
            <a:ext cx="279400" cy="254000"/>
          </a:xfrm>
          <a:prstGeom prst="rect">
            <a:avLst/>
          </a:prstGeom>
        </p:spPr>
      </p:pic>
      <p:pic>
        <p:nvPicPr>
          <p:cNvPr id="10" name="Picture 9" descr="problem_u8.png"/>
          <p:cNvPicPr>
            <a:picLocks noChangeAspect="1"/>
          </p:cNvPicPr>
          <p:nvPr/>
        </p:nvPicPr>
        <p:blipFill>
          <a:blip r:embed="rId10"/>
          <a:stretch>
            <a:fillRect/>
          </a:stretch>
        </p:blipFill>
        <p:spPr>
          <a:xfrm>
            <a:off x="1920875" y="3044825"/>
            <a:ext cx="1577975" cy="190500"/>
          </a:xfrm>
          <a:prstGeom prst="rect">
            <a:avLst/>
          </a:prstGeom>
        </p:spPr>
      </p:pic>
      <p:pic>
        <p:nvPicPr>
          <p:cNvPr id="11" name="Picture 10" descr="problem_u9.png"/>
          <p:cNvPicPr>
            <a:picLocks noChangeAspect="1"/>
          </p:cNvPicPr>
          <p:nvPr/>
        </p:nvPicPr>
        <p:blipFill>
          <a:blip r:embed="rId11"/>
          <a:stretch>
            <a:fillRect/>
          </a:stretch>
        </p:blipFill>
        <p:spPr>
          <a:xfrm>
            <a:off x="1911350" y="3371850"/>
            <a:ext cx="1971675" cy="346075"/>
          </a:xfrm>
          <a:prstGeom prst="rect">
            <a:avLst/>
          </a:prstGeom>
        </p:spPr>
      </p:pic>
      <p:pic>
        <p:nvPicPr>
          <p:cNvPr id="12" name="Picture 11" descr="problem_u10.png"/>
          <p:cNvPicPr>
            <a:picLocks noChangeAspect="1"/>
          </p:cNvPicPr>
          <p:nvPr/>
        </p:nvPicPr>
        <p:blipFill>
          <a:blip r:embed="rId12"/>
          <a:stretch>
            <a:fillRect/>
          </a:stretch>
        </p:blipFill>
        <p:spPr>
          <a:xfrm>
            <a:off x="1127125" y="3908425"/>
            <a:ext cx="1158875" cy="114300"/>
          </a:xfrm>
          <a:prstGeom prst="rect">
            <a:avLst/>
          </a:prstGeom>
        </p:spPr>
      </p:pic>
      <p:pic>
        <p:nvPicPr>
          <p:cNvPr id="13" name="Picture 12" descr="problem_u11.png"/>
          <p:cNvPicPr>
            <a:picLocks noChangeAspect="1"/>
          </p:cNvPicPr>
          <p:nvPr/>
        </p:nvPicPr>
        <p:blipFill>
          <a:blip r:embed="rId13"/>
          <a:stretch>
            <a:fillRect/>
          </a:stretch>
        </p:blipFill>
        <p:spPr>
          <a:xfrm>
            <a:off x="1117600" y="4286250"/>
            <a:ext cx="1460500" cy="228600"/>
          </a:xfrm>
          <a:prstGeom prst="rect">
            <a:avLst/>
          </a:prstGeom>
        </p:spPr>
      </p:pic>
      <p:pic>
        <p:nvPicPr>
          <p:cNvPr id="14" name="Picture 13" descr="problem_u12.png"/>
          <p:cNvPicPr>
            <a:picLocks noChangeAspect="1"/>
          </p:cNvPicPr>
          <p:nvPr/>
        </p:nvPicPr>
        <p:blipFill>
          <a:blip r:embed="rId14"/>
          <a:stretch>
            <a:fillRect/>
          </a:stretch>
        </p:blipFill>
        <p:spPr>
          <a:xfrm>
            <a:off x="2667000" y="4289425"/>
            <a:ext cx="1460500" cy="225425"/>
          </a:xfrm>
          <a:prstGeom prst="rect">
            <a:avLst/>
          </a:prstGeom>
        </p:spPr>
      </p:pic>
      <p:pic>
        <p:nvPicPr>
          <p:cNvPr id="15" name="Picture 14" descr="problem_u13.png"/>
          <p:cNvPicPr>
            <a:picLocks noChangeAspect="1"/>
          </p:cNvPicPr>
          <p:nvPr/>
        </p:nvPicPr>
        <p:blipFill>
          <a:blip r:embed="rId15"/>
          <a:stretch>
            <a:fillRect/>
          </a:stretch>
        </p:blipFill>
        <p:spPr>
          <a:xfrm>
            <a:off x="1117600" y="4797425"/>
            <a:ext cx="1460500" cy="225425"/>
          </a:xfrm>
          <a:prstGeom prst="rect">
            <a:avLst/>
          </a:prstGeom>
        </p:spPr>
      </p:pic>
      <p:pic>
        <p:nvPicPr>
          <p:cNvPr id="16" name="Picture 15" descr="problem_u14.png"/>
          <p:cNvPicPr>
            <a:picLocks noChangeAspect="1"/>
          </p:cNvPicPr>
          <p:nvPr/>
        </p:nvPicPr>
        <p:blipFill>
          <a:blip r:embed="rId16"/>
          <a:stretch>
            <a:fillRect/>
          </a:stretch>
        </p:blipFill>
        <p:spPr>
          <a:xfrm>
            <a:off x="2667000" y="4794250"/>
            <a:ext cx="1460500" cy="228600"/>
          </a:xfrm>
          <a:prstGeom prst="rect">
            <a:avLst/>
          </a:prstGeom>
        </p:spPr>
      </p:pic>
      <p:pic>
        <p:nvPicPr>
          <p:cNvPr id="17" name="Picture 16" descr="problem_u15.png"/>
          <p:cNvPicPr>
            <a:picLocks noChangeAspect="1"/>
          </p:cNvPicPr>
          <p:nvPr/>
        </p:nvPicPr>
        <p:blipFill>
          <a:blip r:embed="rId17"/>
          <a:stretch>
            <a:fillRect/>
          </a:stretch>
        </p:blipFill>
        <p:spPr>
          <a:xfrm>
            <a:off x="1123950" y="5238750"/>
            <a:ext cx="1384300" cy="149225"/>
          </a:xfrm>
          <a:prstGeom prst="rect">
            <a:avLst/>
          </a:prstGeom>
        </p:spPr>
      </p:pic>
      <p:pic>
        <p:nvPicPr>
          <p:cNvPr id="18" name="!!mp-card" descr="problem_u16.png"/>
          <p:cNvPicPr>
            <a:picLocks noChangeAspect="1"/>
          </p:cNvPicPr>
          <p:nvPr/>
        </p:nvPicPr>
        <p:blipFill>
          <a:blip r:embed="rId18"/>
          <a:stretch>
            <a:fillRect/>
          </a:stretch>
        </p:blipFill>
        <p:spPr>
          <a:xfrm>
            <a:off x="5156200" y="2489200"/>
            <a:ext cx="6273800" cy="2260600"/>
          </a:xfrm>
          <a:prstGeom prst="rect">
            <a:avLst/>
          </a:prstGeom>
        </p:spPr>
      </p:pic>
      <p:pic>
        <p:nvPicPr>
          <p:cNvPr id="19" name="!!mp-base" descr="problem_u17.png"/>
          <p:cNvPicPr>
            <a:picLocks noChangeAspect="1"/>
          </p:cNvPicPr>
          <p:nvPr/>
        </p:nvPicPr>
        <p:blipFill>
          <a:blip r:embed="rId19"/>
          <a:stretch>
            <a:fillRect/>
          </a:stretch>
        </p:blipFill>
        <p:spPr>
          <a:xfrm>
            <a:off x="5207000" y="2540000"/>
            <a:ext cx="6172200" cy="2159000"/>
          </a:xfrm>
          <a:prstGeom prst="rect">
            <a:avLst/>
          </a:prstGeom>
        </p:spPr>
      </p:pic>
      <p:pic>
        <p:nvPicPr>
          <p:cNvPr id="20" name="!!mp-mess" descr="problem_u18.png"/>
          <p:cNvPicPr>
            <a:picLocks noChangeAspect="1"/>
          </p:cNvPicPr>
          <p:nvPr/>
        </p:nvPicPr>
        <p:blipFill>
          <a:blip r:embed="rId20"/>
          <a:stretch>
            <a:fillRect/>
          </a:stretch>
        </p:blipFill>
        <p:spPr>
          <a:xfrm>
            <a:off x="7683500" y="2892425"/>
            <a:ext cx="2543175" cy="1362075"/>
          </a:xfrm>
          <a:prstGeom prst="rect">
            <a:avLst/>
          </a:prstGeom>
        </p:spPr>
      </p:pic>
      <p:pic>
        <p:nvPicPr>
          <p:cNvPr id="21" name="!!lb-bos" descr="problem_u19.png"/>
          <p:cNvPicPr>
            <a:picLocks noChangeAspect="1"/>
          </p:cNvPicPr>
          <p:nvPr/>
        </p:nvPicPr>
        <p:blipFill>
          <a:blip r:embed="rId21"/>
          <a:stretch>
            <a:fillRect/>
          </a:stretch>
        </p:blipFill>
        <p:spPr>
          <a:xfrm>
            <a:off x="9585325" y="2657475"/>
            <a:ext cx="711200" cy="120650"/>
          </a:xfrm>
          <a:prstGeom prst="rect">
            <a:avLst/>
          </a:prstGeom>
        </p:spPr>
      </p:pic>
      <p:pic>
        <p:nvPicPr>
          <p:cNvPr id="22" name="!!lb-horn" descr="problem_u20.png"/>
          <p:cNvPicPr>
            <a:picLocks noChangeAspect="1"/>
          </p:cNvPicPr>
          <p:nvPr/>
        </p:nvPicPr>
        <p:blipFill>
          <a:blip r:embed="rId22"/>
          <a:stretch>
            <a:fillRect/>
          </a:stretch>
        </p:blipFill>
        <p:spPr>
          <a:xfrm>
            <a:off x="6810375" y="3276600"/>
            <a:ext cx="825500" cy="98425"/>
          </a:xfrm>
          <a:prstGeom prst="rect">
            <a:avLst/>
          </a:prstGeom>
        </p:spPr>
      </p:pic>
      <p:pic>
        <p:nvPicPr>
          <p:cNvPr id="23" name="!!lb-sea" descr="problem_u21.png"/>
          <p:cNvPicPr>
            <a:picLocks noChangeAspect="1"/>
          </p:cNvPicPr>
          <p:nvPr/>
        </p:nvPicPr>
        <p:blipFill>
          <a:blip r:embed="rId23"/>
          <a:stretch>
            <a:fillRect/>
          </a:stretch>
        </p:blipFill>
        <p:spPr>
          <a:xfrm>
            <a:off x="6296025" y="4518025"/>
            <a:ext cx="1050925" cy="101600"/>
          </a:xfrm>
          <a:prstGeom prst="rect">
            <a:avLst/>
          </a:prstGeom>
        </p:spPr>
      </p:pic>
      <p:pic>
        <p:nvPicPr>
          <p:cNvPr id="24" name="!!pin-hagia" descr="problem_u22.png"/>
          <p:cNvPicPr>
            <a:picLocks noChangeAspect="1"/>
          </p:cNvPicPr>
          <p:nvPr/>
        </p:nvPicPr>
        <p:blipFill>
          <a:blip r:embed="rId24"/>
          <a:stretch>
            <a:fillRect/>
          </a:stretch>
        </p:blipFill>
        <p:spPr>
          <a:xfrm>
            <a:off x="8293100" y="3962400"/>
            <a:ext cx="177800" cy="177800"/>
          </a:xfrm>
          <a:prstGeom prst="rect">
            <a:avLst/>
          </a:prstGeom>
        </p:spPr>
      </p:pic>
      <p:pic>
        <p:nvPicPr>
          <p:cNvPr id="25" name="!!pin-blue" descr="problem_u23.png"/>
          <p:cNvPicPr>
            <a:picLocks noChangeAspect="1"/>
          </p:cNvPicPr>
          <p:nvPr/>
        </p:nvPicPr>
        <p:blipFill>
          <a:blip r:embed="rId25"/>
          <a:stretch>
            <a:fillRect/>
          </a:stretch>
        </p:blipFill>
        <p:spPr>
          <a:xfrm>
            <a:off x="8051800" y="4140200"/>
            <a:ext cx="177800" cy="177800"/>
          </a:xfrm>
          <a:prstGeom prst="rect">
            <a:avLst/>
          </a:prstGeom>
        </p:spPr>
      </p:pic>
      <p:pic>
        <p:nvPicPr>
          <p:cNvPr id="26" name="!!pin-bazaar" descr="problem_u24.png"/>
          <p:cNvPicPr>
            <a:picLocks noChangeAspect="1"/>
          </p:cNvPicPr>
          <p:nvPr/>
        </p:nvPicPr>
        <p:blipFill>
          <a:blip r:embed="rId26"/>
          <a:stretch>
            <a:fillRect/>
          </a:stretch>
        </p:blipFill>
        <p:spPr>
          <a:xfrm>
            <a:off x="7607300" y="3949700"/>
            <a:ext cx="177800" cy="177800"/>
          </a:xfrm>
          <a:prstGeom prst="rect">
            <a:avLst/>
          </a:prstGeom>
        </p:spPr>
      </p:pic>
      <p:pic>
        <p:nvPicPr>
          <p:cNvPr id="27" name="!!pin-topkapi" descr="problem_u25.png"/>
          <p:cNvPicPr>
            <a:picLocks noChangeAspect="1"/>
          </p:cNvPicPr>
          <p:nvPr/>
        </p:nvPicPr>
        <p:blipFill>
          <a:blip r:embed="rId27"/>
          <a:stretch>
            <a:fillRect/>
          </a:stretch>
        </p:blipFill>
        <p:spPr>
          <a:xfrm>
            <a:off x="8547100" y="3810000"/>
            <a:ext cx="177800" cy="177800"/>
          </a:xfrm>
          <a:prstGeom prst="rect">
            <a:avLst/>
          </a:prstGeom>
        </p:spPr>
      </p:pic>
      <p:pic>
        <p:nvPicPr>
          <p:cNvPr id="28" name="!!pin-galata" descr="problem_u25.png"/>
          <p:cNvPicPr>
            <a:picLocks noChangeAspect="1"/>
          </p:cNvPicPr>
          <p:nvPr/>
        </p:nvPicPr>
        <p:blipFill>
          <a:blip r:embed="rId27"/>
          <a:stretch>
            <a:fillRect/>
          </a:stretch>
        </p:blipFill>
        <p:spPr>
          <a:xfrm>
            <a:off x="8089900" y="3263900"/>
            <a:ext cx="177800" cy="177800"/>
          </a:xfrm>
          <a:prstGeom prst="rect">
            <a:avLst/>
          </a:prstGeom>
        </p:spPr>
      </p:pic>
      <p:pic>
        <p:nvPicPr>
          <p:cNvPr id="29" name="!!pin-istiklal" descr="problem_u25.png"/>
          <p:cNvPicPr>
            <a:picLocks noChangeAspect="1"/>
          </p:cNvPicPr>
          <p:nvPr/>
        </p:nvPicPr>
        <p:blipFill>
          <a:blip r:embed="rId27"/>
          <a:stretch>
            <a:fillRect/>
          </a:stretch>
        </p:blipFill>
        <p:spPr>
          <a:xfrm>
            <a:off x="8343900" y="3035300"/>
            <a:ext cx="177800" cy="177800"/>
          </a:xfrm>
          <a:prstGeom prst="rect">
            <a:avLst/>
          </a:prstGeom>
        </p:spPr>
      </p:pic>
      <p:pic>
        <p:nvPicPr>
          <p:cNvPr id="30" name="!!pin-dolma" descr="problem_u28.png"/>
          <p:cNvPicPr>
            <a:picLocks noChangeAspect="1"/>
          </p:cNvPicPr>
          <p:nvPr/>
        </p:nvPicPr>
        <p:blipFill>
          <a:blip r:embed="rId28"/>
          <a:stretch>
            <a:fillRect/>
          </a:stretch>
        </p:blipFill>
        <p:spPr>
          <a:xfrm>
            <a:off x="8839200" y="2819400"/>
            <a:ext cx="177800" cy="177800"/>
          </a:xfrm>
          <a:prstGeom prst="rect">
            <a:avLst/>
          </a:prstGeom>
        </p:spPr>
      </p:pic>
      <p:pic>
        <p:nvPicPr>
          <p:cNvPr id="31" name="!!pin-maiden" descr="problem_u25.png"/>
          <p:cNvPicPr>
            <a:picLocks noChangeAspect="1"/>
          </p:cNvPicPr>
          <p:nvPr/>
        </p:nvPicPr>
        <p:blipFill>
          <a:blip r:embed="rId27"/>
          <a:stretch>
            <a:fillRect/>
          </a:stretch>
        </p:blipFill>
        <p:spPr>
          <a:xfrm>
            <a:off x="9067800" y="4038600"/>
            <a:ext cx="177800" cy="177800"/>
          </a:xfrm>
          <a:prstGeom prst="rect">
            <a:avLst/>
          </a:prstGeom>
        </p:spPr>
      </p:pic>
      <p:pic>
        <p:nvPicPr>
          <p:cNvPr id="32" name="!!pin-kadikoy" descr="problem_u30.png"/>
          <p:cNvPicPr>
            <a:picLocks noChangeAspect="1"/>
          </p:cNvPicPr>
          <p:nvPr/>
        </p:nvPicPr>
        <p:blipFill>
          <a:blip r:embed="rId29"/>
          <a:stretch>
            <a:fillRect/>
          </a:stretch>
        </p:blipFill>
        <p:spPr>
          <a:xfrm>
            <a:off x="9613900" y="4152900"/>
            <a:ext cx="177800" cy="177800"/>
          </a:xfrm>
          <a:prstGeom prst="rect">
            <a:avLst/>
          </a:prstGeom>
        </p:spPr>
      </p:pic>
      <p:pic>
        <p:nvPicPr>
          <p:cNvPr id="33" name="!!pin-camlica" descr="problem_u25.png"/>
          <p:cNvPicPr>
            <a:picLocks noChangeAspect="1"/>
          </p:cNvPicPr>
          <p:nvPr/>
        </p:nvPicPr>
        <p:blipFill>
          <a:blip r:embed="rId27"/>
          <a:stretch>
            <a:fillRect/>
          </a:stretch>
        </p:blipFill>
        <p:spPr>
          <a:xfrm>
            <a:off x="10147300" y="3403600"/>
            <a:ext cx="177800" cy="177800"/>
          </a:xfrm>
          <a:prstGeom prst="rect">
            <a:avLst/>
          </a:prstGeom>
        </p:spPr>
      </p:pic>
      <p:pic>
        <p:nvPicPr>
          <p:cNvPr id="34" name="Picture 33" descr="problem_u32.png"/>
          <p:cNvPicPr>
            <a:picLocks noChangeAspect="1"/>
          </p:cNvPicPr>
          <p:nvPr/>
        </p:nvPicPr>
        <p:blipFill>
          <a:blip r:embed="rId30"/>
          <a:stretch>
            <a:fillRect/>
          </a:stretch>
        </p:blipFill>
        <p:spPr>
          <a:xfrm>
            <a:off x="5359400" y="2701925"/>
            <a:ext cx="822325" cy="142875"/>
          </a:xfrm>
          <a:prstGeom prst="rect">
            <a:avLst/>
          </a:prstGeom>
        </p:spPr>
      </p:pic>
      <p:pic>
        <p:nvPicPr>
          <p:cNvPr id="35" name="Picture 34" descr="problem_u33.png"/>
          <p:cNvPicPr>
            <a:picLocks noChangeAspect="1"/>
          </p:cNvPicPr>
          <p:nvPr/>
        </p:nvPicPr>
        <p:blipFill>
          <a:blip r:embed="rId31"/>
          <a:stretch>
            <a:fillRect/>
          </a:stretch>
        </p:blipFill>
        <p:spPr>
          <a:xfrm>
            <a:off x="5207000" y="4940300"/>
            <a:ext cx="1968500" cy="384175"/>
          </a:xfrm>
          <a:prstGeom prst="rect">
            <a:avLst/>
          </a:prstGeom>
        </p:spPr>
      </p:pic>
      <p:pic>
        <p:nvPicPr>
          <p:cNvPr id="36" name="Picture 35" descr="problem_u34.png"/>
          <p:cNvPicPr>
            <a:picLocks noChangeAspect="1"/>
          </p:cNvPicPr>
          <p:nvPr/>
        </p:nvPicPr>
        <p:blipFill>
          <a:blip r:embed="rId32"/>
          <a:stretch>
            <a:fillRect/>
          </a:stretch>
        </p:blipFill>
        <p:spPr>
          <a:xfrm>
            <a:off x="7302500" y="4940300"/>
            <a:ext cx="1968500" cy="387350"/>
          </a:xfrm>
          <a:prstGeom prst="rect">
            <a:avLst/>
          </a:prstGeom>
        </p:spPr>
      </p:pic>
      <p:pic>
        <p:nvPicPr>
          <p:cNvPr id="37" name="Picture 36" descr="problem_u35.png"/>
          <p:cNvPicPr>
            <a:picLocks noChangeAspect="1"/>
          </p:cNvPicPr>
          <p:nvPr/>
        </p:nvPicPr>
        <p:blipFill>
          <a:blip r:embed="rId33"/>
          <a:stretch>
            <a:fillRect/>
          </a:stretch>
        </p:blipFill>
        <p:spPr>
          <a:xfrm>
            <a:off x="9398000" y="4940300"/>
            <a:ext cx="1968500" cy="387350"/>
          </a:xfrm>
          <a:prstGeom prst="rect">
            <a:avLst/>
          </a:prstGeom>
        </p:spPr>
      </p:pic>
      <p:pic>
        <p:nvPicPr>
          <p:cNvPr id="38" name="Picture 37" descr="problem_u36.png"/>
          <p:cNvPicPr>
            <a:picLocks noChangeAspect="1"/>
          </p:cNvPicPr>
          <p:nvPr/>
        </p:nvPicPr>
        <p:blipFill>
          <a:blip r:embed="rId34"/>
          <a:stretch>
            <a:fillRect/>
          </a:stretch>
        </p:blipFill>
        <p:spPr>
          <a:xfrm>
            <a:off x="5219700" y="5953125"/>
            <a:ext cx="4819650" cy="168275"/>
          </a:xfrm>
          <a:prstGeom prst="rect">
            <a:avLst/>
          </a:prstGeom>
        </p:spPr>
      </p:pic>
      <p:sp>
        <p:nvSpPr>
          <p:cNvPr id="39" name="!!island"/>
          <p:cNvSpPr/>
          <p:nvPr/>
        </p:nvSpPr>
        <p:spPr>
          <a:xfrm>
            <a:off x="3530600" y="88900"/>
            <a:ext cx="4851400" cy="292100"/>
          </a:xfrm>
          <a:prstGeom prst="roundRect">
            <a:avLst>
              <a:gd name="adj" fmla="val 50000"/>
            </a:avLst>
          </a:prstGeom>
          <a:solidFill>
            <a:srgbClr val="1D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isl-pin" descr="part1_u8.png"/>
          <p:cNvPicPr>
            <a:picLocks noChangeAspect="1"/>
          </p:cNvPicPr>
          <p:nvPr/>
        </p:nvPicPr>
        <p:blipFill>
          <a:blip r:embed="rId35"/>
          <a:stretch>
            <a:fillRect/>
          </a:stretch>
        </p:blipFill>
        <p:spPr>
          <a:xfrm>
            <a:off x="3635375" y="139700"/>
            <a:ext cx="114300" cy="161925"/>
          </a:xfrm>
          <a:prstGeom prst="rect">
            <a:avLst/>
          </a:prstGeom>
        </p:spPr>
      </p:pic>
      <p:sp>
        <p:nvSpPr>
          <p:cNvPr id="41" name="!!isl-pill"/>
          <p:cNvSpPr/>
          <p:nvPr/>
        </p:nvSpPr>
        <p:spPr>
          <a:xfrm>
            <a:off x="3886200" y="127000"/>
            <a:ext cx="762000" cy="215900"/>
          </a:xfrm>
          <a:prstGeom prst="roundRect">
            <a:avLst>
              <a:gd name="adj" fmla="val 50000"/>
            </a:avLst>
          </a:prstGeom>
          <a:solidFill>
            <a:srgbClr val="B36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isl-l0" descr="problem_u40.png"/>
          <p:cNvPicPr>
            <a:picLocks noChangeAspect="1"/>
          </p:cNvPicPr>
          <p:nvPr/>
        </p:nvPicPr>
        <p:blipFill>
          <a:blip r:embed="rId36"/>
          <a:stretch>
            <a:fillRect/>
          </a:stretch>
        </p:blipFill>
        <p:spPr>
          <a:xfrm>
            <a:off x="4140200" y="177800"/>
            <a:ext cx="254000" cy="98425"/>
          </a:xfrm>
          <a:prstGeom prst="rect">
            <a:avLst/>
          </a:prstGeom>
        </p:spPr>
      </p:pic>
      <p:pic>
        <p:nvPicPr>
          <p:cNvPr id="43" name="!!isl-l1" descr="problem_u41.png"/>
          <p:cNvPicPr>
            <a:picLocks noChangeAspect="1"/>
          </p:cNvPicPr>
          <p:nvPr/>
        </p:nvPicPr>
        <p:blipFill>
          <a:blip r:embed="rId37"/>
          <a:stretch>
            <a:fillRect/>
          </a:stretch>
        </p:blipFill>
        <p:spPr>
          <a:xfrm>
            <a:off x="5051425" y="180975"/>
            <a:ext cx="263525" cy="95250"/>
          </a:xfrm>
          <a:prstGeom prst="rect">
            <a:avLst/>
          </a:prstGeom>
        </p:spPr>
      </p:pic>
      <p:pic>
        <p:nvPicPr>
          <p:cNvPr id="44" name="!!isl-l2" descr="problem_u42.png"/>
          <p:cNvPicPr>
            <a:picLocks noChangeAspect="1"/>
          </p:cNvPicPr>
          <p:nvPr/>
        </p:nvPicPr>
        <p:blipFill>
          <a:blip r:embed="rId38"/>
          <a:stretch>
            <a:fillRect/>
          </a:stretch>
        </p:blipFill>
        <p:spPr>
          <a:xfrm>
            <a:off x="5880100" y="177800"/>
            <a:ext cx="434975" cy="98425"/>
          </a:xfrm>
          <a:prstGeom prst="rect">
            <a:avLst/>
          </a:prstGeom>
        </p:spPr>
      </p:pic>
      <p:pic>
        <p:nvPicPr>
          <p:cNvPr id="45" name="!!isl-l3" descr="problem_u43.png"/>
          <p:cNvPicPr>
            <a:picLocks noChangeAspect="1"/>
          </p:cNvPicPr>
          <p:nvPr/>
        </p:nvPicPr>
        <p:blipFill>
          <a:blip r:embed="rId39"/>
          <a:stretch>
            <a:fillRect/>
          </a:stretch>
        </p:blipFill>
        <p:spPr>
          <a:xfrm>
            <a:off x="6889750" y="180975"/>
            <a:ext cx="241300" cy="120650"/>
          </a:xfrm>
          <a:prstGeom prst="rect">
            <a:avLst/>
          </a:prstGeom>
        </p:spPr>
      </p:pic>
      <p:pic>
        <p:nvPicPr>
          <p:cNvPr id="46" name="!!isl-l4" descr="problem_u44.png"/>
          <p:cNvPicPr>
            <a:picLocks noChangeAspect="1"/>
          </p:cNvPicPr>
          <p:nvPr/>
        </p:nvPicPr>
        <p:blipFill>
          <a:blip r:embed="rId40"/>
          <a:stretch>
            <a:fillRect/>
          </a:stretch>
        </p:blipFill>
        <p:spPr>
          <a:xfrm>
            <a:off x="7756525" y="180975"/>
            <a:ext cx="339725" cy="95250"/>
          </a:xfrm>
          <a:prstGeom prst="rect">
            <a:avLst/>
          </a:prstGeom>
        </p:spPr>
      </p:pic>
      <p:pic>
        <p:nvPicPr>
          <p:cNvPr id="47" name="Picture 46" descr="problem_u45.png"/>
          <p:cNvPicPr>
            <a:picLocks noChangeAspect="1"/>
          </p:cNvPicPr>
          <p:nvPr/>
        </p:nvPicPr>
        <p:blipFill>
          <a:blip r:embed="rId41"/>
          <a:stretch>
            <a:fillRect/>
          </a:stretch>
        </p:blipFill>
        <p:spPr>
          <a:xfrm>
            <a:off x="11226800" y="6299200"/>
            <a:ext cx="146050" cy="1174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6"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650"/>
                                        <p:tgtEl>
                                          <p:spTgt spid="5"/>
                                        </p:tgtEl>
                                      </p:cBhvr>
                                    </p:animEffect>
                                  </p:childTnLst>
                                </p:cTn>
                              </p:par>
                              <p:par>
                                <p:cTn id="10" presetID="42"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750"/>
                                        <p:tgtEl>
                                          <p:spTgt spid="6"/>
                                        </p:tgtEl>
                                      </p:cBhvr>
                                    </p:animEffect>
                                    <p:anim calcmode="lin" valueType="num">
                                      <p:cBhvr>
                                        <p:cTn id="9" dur="750" decel="100000" fill="hold"/>
                                        <p:tgtEl>
                                          <p:spTgt spid="6"/>
                                        </p:tgtEl>
                                        <p:attrNameLst>
                                          <p:attrName>ppt_y</p:attrName>
                                        </p:attrNameLst>
                                      </p:cBhvr>
                                      <p:tavLst>
                                        <p:tav tm="0">
                                          <p:val>
                                            <p:strVal val="#ppt_y+0.035"/>
                                          </p:val>
                                        </p:tav>
                                        <p:tav tm="100000">
                                          <p:val>
                                            <p:strVal val="#ppt_y"/>
                                          </p:val>
                                        </p:tav>
                                      </p:tavLst>
                                    </p:anim>
                                  </p:childTnLst>
                                </p:cTn>
                              </p:par>
                            </p:childTnLst>
                          </p:cTn>
                        </p:par>
                        <p:par>
                          <p:cTn id="32" fill="hold">
                            <p:stCondLst>
                              <p:cond delay="320"/>
                            </p:stCondLst>
                            <p:childTnLst>
                              <p:par>
                                <p:cTn id="15" presetID="42"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750"/>
                                        <p:tgtEl>
                                          <p:spTgt spid="7"/>
                                        </p:tgtEl>
                                      </p:cBhvr>
                                    </p:animEffect>
                                    <p:anim calcmode="lin" valueType="num">
                                      <p:cBhvr>
                                        <p:cTn id="14" dur="750" decel="100000" fill="hold"/>
                                        <p:tgtEl>
                                          <p:spTgt spid="7"/>
                                        </p:tgtEl>
                                        <p:attrNameLst>
                                          <p:attrName>ppt_y</p:attrName>
                                        </p:attrNameLst>
                                      </p:cBhvr>
                                      <p:tavLst>
                                        <p:tav tm="0">
                                          <p:val>
                                            <p:strVal val="#ppt_y+0.035"/>
                                          </p:val>
                                        </p:tav>
                                        <p:tav tm="100000">
                                          <p:val>
                                            <p:strVal val="#ppt_y"/>
                                          </p:val>
                                        </p:tav>
                                      </p:tavLst>
                                    </p:anim>
                                  </p:childTnLst>
                                </p:cTn>
                              </p:par>
                              <p:par>
                                <p:cTn id="19"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750"/>
                                        <p:tgtEl>
                                          <p:spTgt spid="8"/>
                                        </p:tgtEl>
                                      </p:cBhvr>
                                    </p:animEffect>
                                    <p:anim calcmode="lin" valueType="num">
                                      <p:cBhvr>
                                        <p:cTn id="18" dur="750" decel="100000" fill="hold"/>
                                        <p:tgtEl>
                                          <p:spTgt spid="8"/>
                                        </p:tgtEl>
                                        <p:attrNameLst>
                                          <p:attrName>ppt_y</p:attrName>
                                        </p:attrNameLst>
                                      </p:cBhvr>
                                      <p:tavLst>
                                        <p:tav tm="0">
                                          <p:val>
                                            <p:strVal val="#ppt_y+0.035"/>
                                          </p:val>
                                        </p:tav>
                                        <p:tav tm="100000">
                                          <p:val>
                                            <p:strVal val="#ppt_y"/>
                                          </p:val>
                                        </p:tav>
                                      </p:tavLst>
                                    </p:anim>
                                  </p:childTnLst>
                                </p:cTn>
                              </p:par>
                              <p:par>
                                <p:cTn id="23" presetID="42"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750"/>
                                        <p:tgtEl>
                                          <p:spTgt spid="9"/>
                                        </p:tgtEl>
                                      </p:cBhvr>
                                    </p:animEffect>
                                    <p:anim calcmode="lin" valueType="num">
                                      <p:cBhvr>
                                        <p:cTn id="22" dur="750" decel="100000" fill="hold"/>
                                        <p:tgtEl>
                                          <p:spTgt spid="9"/>
                                        </p:tgtEl>
                                        <p:attrNameLst>
                                          <p:attrName>ppt_y</p:attrName>
                                        </p:attrNameLst>
                                      </p:cBhvr>
                                      <p:tavLst>
                                        <p:tav tm="0">
                                          <p:val>
                                            <p:strVal val="#ppt_y+0.035"/>
                                          </p:val>
                                        </p:tav>
                                        <p:tav tm="100000">
                                          <p:val>
                                            <p:strVal val="#ppt_y"/>
                                          </p:val>
                                        </p:tav>
                                      </p:tavLst>
                                    </p:anim>
                                  </p:childTnLst>
                                </p:cTn>
                              </p:par>
                              <p:par>
                                <p:cTn id="27" presetID="42"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50"/>
                                        <p:tgtEl>
                                          <p:spTgt spid="10"/>
                                        </p:tgtEl>
                                      </p:cBhvr>
                                    </p:animEffect>
                                    <p:anim calcmode="lin" valueType="num">
                                      <p:cBhvr>
                                        <p:cTn id="26" dur="750" decel="100000" fill="hold"/>
                                        <p:tgtEl>
                                          <p:spTgt spid="10"/>
                                        </p:tgtEl>
                                        <p:attrNameLst>
                                          <p:attrName>ppt_y</p:attrName>
                                        </p:attrNameLst>
                                      </p:cBhvr>
                                      <p:tavLst>
                                        <p:tav tm="0">
                                          <p:val>
                                            <p:strVal val="#ppt_y+0.035"/>
                                          </p:val>
                                        </p:tav>
                                        <p:tav tm="100000">
                                          <p:val>
                                            <p:strVal val="#ppt_y"/>
                                          </p:val>
                                        </p:tav>
                                      </p:tavLst>
                                    </p:anim>
                                  </p:childTnLst>
                                </p:cTn>
                              </p:par>
                              <p:par>
                                <p:cTn id="31"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750"/>
                                        <p:tgtEl>
                                          <p:spTgt spid="11"/>
                                        </p:tgtEl>
                                      </p:cBhvr>
                                    </p:animEffect>
                                    <p:anim calcmode="lin" valueType="num">
                                      <p:cBhvr>
                                        <p:cTn id="30" dur="750" decel="100000" fill="hold"/>
                                        <p:tgtEl>
                                          <p:spTgt spid="11"/>
                                        </p:tgtEl>
                                        <p:attrNameLst>
                                          <p:attrName>ppt_y</p:attrName>
                                        </p:attrNameLst>
                                      </p:cBhvr>
                                      <p:tavLst>
                                        <p:tav tm="0">
                                          <p:val>
                                            <p:strVal val="#ppt_y+0.035"/>
                                          </p:val>
                                        </p:tav>
                                        <p:tav tm="100000">
                                          <p:val>
                                            <p:strVal val="#ppt_y"/>
                                          </p:val>
                                        </p:tav>
                                      </p:tavLst>
                                    </p:anim>
                                  </p:childTnLst>
                                </p:cTn>
                              </p:par>
                            </p:childTnLst>
                          </p:cTn>
                        </p:par>
                        <p:par>
                          <p:cTn id="59" fill="hold">
                            <p:stCondLst>
                              <p:cond delay="640"/>
                            </p:stCondLst>
                            <p:childTnLst>
                              <p:par>
                                <p:cTn id="35"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50"/>
                                        <p:tgtEl>
                                          <p:spTgt spid="12"/>
                                        </p:tgtEl>
                                      </p:cBhvr>
                                    </p:animEffect>
                                  </p:childTnLst>
                                </p:cTn>
                              </p:par>
                              <p:par>
                                <p:cTn id="40" presetID="53"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750"/>
                                        <p:tgtEl>
                                          <p:spTgt spid="13"/>
                                        </p:tgtEl>
                                      </p:cBhvr>
                                    </p:animEffect>
                                    <p:anim calcmode="lin" valueType="num">
                                      <p:cBhvr>
                                        <p:cTn id="38" dur="750" decel="100000" fill="hold"/>
                                        <p:tgtEl>
                                          <p:spTgt spid="13"/>
                                        </p:tgtEl>
                                        <p:attrNameLst>
                                          <p:attrName>ppt_w</p:attrName>
                                        </p:attrNameLst>
                                      </p:cBhvr>
                                      <p:tavLst>
                                        <p:tav tm="0">
                                          <p:val>
                                            <p:strVal val="#ppt_w*0.8"/>
                                          </p:val>
                                        </p:tav>
                                        <p:tav tm="100000">
                                          <p:val>
                                            <p:strVal val="#ppt_w"/>
                                          </p:val>
                                        </p:tav>
                                      </p:tavLst>
                                    </p:anim>
                                    <p:anim calcmode="lin" valueType="num">
                                      <p:cBhvr>
                                        <p:cTn id="39" dur="750" decel="100000" fill="hold"/>
                                        <p:tgtEl>
                                          <p:spTgt spid="13"/>
                                        </p:tgtEl>
                                        <p:attrNameLst>
                                          <p:attrName>ppt_h</p:attrName>
                                        </p:attrNameLst>
                                      </p:cBhvr>
                                      <p:tavLst>
                                        <p:tav tm="0">
                                          <p:val>
                                            <p:strVal val="#ppt_h*0.8"/>
                                          </p:val>
                                        </p:tav>
                                        <p:tav tm="100000">
                                          <p:val>
                                            <p:strVal val="#ppt_h"/>
                                          </p:val>
                                        </p:tav>
                                      </p:tavLst>
                                    </p:anim>
                                  </p:childTnLst>
                                </p:cTn>
                              </p:par>
                              <p:par>
                                <p:cTn id="45" presetID="53"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50"/>
                                        <p:tgtEl>
                                          <p:spTgt spid="14"/>
                                        </p:tgtEl>
                                      </p:cBhvr>
                                    </p:animEffect>
                                    <p:anim calcmode="lin" valueType="num">
                                      <p:cBhvr>
                                        <p:cTn id="43" dur="750" decel="100000" fill="hold"/>
                                        <p:tgtEl>
                                          <p:spTgt spid="14"/>
                                        </p:tgtEl>
                                        <p:attrNameLst>
                                          <p:attrName>ppt_w</p:attrName>
                                        </p:attrNameLst>
                                      </p:cBhvr>
                                      <p:tavLst>
                                        <p:tav tm="0">
                                          <p:val>
                                            <p:strVal val="#ppt_w*0.8"/>
                                          </p:val>
                                        </p:tav>
                                        <p:tav tm="100000">
                                          <p:val>
                                            <p:strVal val="#ppt_w"/>
                                          </p:val>
                                        </p:tav>
                                      </p:tavLst>
                                    </p:anim>
                                    <p:anim calcmode="lin" valueType="num">
                                      <p:cBhvr>
                                        <p:cTn id="44" dur="750" decel="100000" fill="hold"/>
                                        <p:tgtEl>
                                          <p:spTgt spid="14"/>
                                        </p:tgtEl>
                                        <p:attrNameLst>
                                          <p:attrName>ppt_h</p:attrName>
                                        </p:attrNameLst>
                                      </p:cBhvr>
                                      <p:tavLst>
                                        <p:tav tm="0">
                                          <p:val>
                                            <p:strVal val="#ppt_h*0.8"/>
                                          </p:val>
                                        </p:tav>
                                        <p:tav tm="100000">
                                          <p:val>
                                            <p:strVal val="#ppt_h"/>
                                          </p:val>
                                        </p:tav>
                                      </p:tavLst>
                                    </p:anim>
                                  </p:childTnLst>
                                </p:cTn>
                              </p:par>
                              <p:par>
                                <p:cTn id="50" presetID="53"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750"/>
                                        <p:tgtEl>
                                          <p:spTgt spid="15"/>
                                        </p:tgtEl>
                                      </p:cBhvr>
                                    </p:animEffect>
                                    <p:anim calcmode="lin" valueType="num">
                                      <p:cBhvr>
                                        <p:cTn id="48" dur="750" decel="100000" fill="hold"/>
                                        <p:tgtEl>
                                          <p:spTgt spid="15"/>
                                        </p:tgtEl>
                                        <p:attrNameLst>
                                          <p:attrName>ppt_w</p:attrName>
                                        </p:attrNameLst>
                                      </p:cBhvr>
                                      <p:tavLst>
                                        <p:tav tm="0">
                                          <p:val>
                                            <p:strVal val="#ppt_w*0.8"/>
                                          </p:val>
                                        </p:tav>
                                        <p:tav tm="100000">
                                          <p:val>
                                            <p:strVal val="#ppt_w"/>
                                          </p:val>
                                        </p:tav>
                                      </p:tavLst>
                                    </p:anim>
                                    <p:anim calcmode="lin" valueType="num">
                                      <p:cBhvr>
                                        <p:cTn id="49" dur="750" decel="100000" fill="hold"/>
                                        <p:tgtEl>
                                          <p:spTgt spid="15"/>
                                        </p:tgtEl>
                                        <p:attrNameLst>
                                          <p:attrName>ppt_h</p:attrName>
                                        </p:attrNameLst>
                                      </p:cBhvr>
                                      <p:tavLst>
                                        <p:tav tm="0">
                                          <p:val>
                                            <p:strVal val="#ppt_h*0.8"/>
                                          </p:val>
                                        </p:tav>
                                        <p:tav tm="100000">
                                          <p:val>
                                            <p:strVal val="#ppt_h"/>
                                          </p:val>
                                        </p:tav>
                                      </p:tavLst>
                                    </p:anim>
                                  </p:childTnLst>
                                </p:cTn>
                              </p:par>
                              <p:par>
                                <p:cTn id="55" presetID="53"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750"/>
                                        <p:tgtEl>
                                          <p:spTgt spid="16"/>
                                        </p:tgtEl>
                                      </p:cBhvr>
                                    </p:animEffect>
                                    <p:anim calcmode="lin" valueType="num">
                                      <p:cBhvr>
                                        <p:cTn id="53" dur="750" decel="100000" fill="hold"/>
                                        <p:tgtEl>
                                          <p:spTgt spid="16"/>
                                        </p:tgtEl>
                                        <p:attrNameLst>
                                          <p:attrName>ppt_w</p:attrName>
                                        </p:attrNameLst>
                                      </p:cBhvr>
                                      <p:tavLst>
                                        <p:tav tm="0">
                                          <p:val>
                                            <p:strVal val="#ppt_w*0.8"/>
                                          </p:val>
                                        </p:tav>
                                        <p:tav tm="100000">
                                          <p:val>
                                            <p:strVal val="#ppt_w"/>
                                          </p:val>
                                        </p:tav>
                                      </p:tavLst>
                                    </p:anim>
                                    <p:anim calcmode="lin" valueType="num">
                                      <p:cBhvr>
                                        <p:cTn id="54" dur="750" decel="100000" fill="hold"/>
                                        <p:tgtEl>
                                          <p:spTgt spid="16"/>
                                        </p:tgtEl>
                                        <p:attrNameLst>
                                          <p:attrName>ppt_h</p:attrName>
                                        </p:attrNameLst>
                                      </p:cBhvr>
                                      <p:tavLst>
                                        <p:tav tm="0">
                                          <p:val>
                                            <p:strVal val="#ppt_h*0.8"/>
                                          </p:val>
                                        </p:tav>
                                        <p:tav tm="100000">
                                          <p:val>
                                            <p:strVal val="#ppt_h"/>
                                          </p:val>
                                        </p:tav>
                                      </p:tavLst>
                                    </p:anim>
                                  </p:childTnLst>
                                </p:cTn>
                              </p:par>
                              <p:par>
                                <p:cTn id="58" presetID="10"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650"/>
                                        <p:tgtEl>
                                          <p:spTgt spid="17"/>
                                        </p:tgtEl>
                                      </p:cBhvr>
                                    </p:animEffect>
                                  </p:childTnLst>
                                </p:cTn>
                              </p:par>
                            </p:childTnLst>
                          </p:cTn>
                        </p:par>
                        <p:par>
                          <p:cTn id="125" fill="hold">
                            <p:stCondLst>
                              <p:cond delay="960"/>
                            </p:stCondLst>
                            <p:childTnLst>
                              <p:par>
                                <p:cTn id="62" presetID="10"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650"/>
                                        <p:tgtEl>
                                          <p:spTgt spid="18"/>
                                        </p:tgtEl>
                                      </p:cBhvr>
                                    </p:animEffect>
                                  </p:childTnLst>
                                </p:cTn>
                              </p:par>
                              <p:par>
                                <p:cTn id="65" presetID="10" presetClass="entr" presetSubtype="0"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650"/>
                                        <p:tgtEl>
                                          <p:spTgt spid="19"/>
                                        </p:tgtEl>
                                      </p:cBhvr>
                                    </p:animEffect>
                                  </p:childTnLst>
                                </p:cTn>
                              </p:par>
                              <p:par>
                                <p:cTn id="68"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650"/>
                                        <p:tgtEl>
                                          <p:spTgt spid="21"/>
                                        </p:tgtEl>
                                      </p:cBhvr>
                                    </p:animEffect>
                                  </p:childTnLst>
                                </p:cTn>
                              </p:par>
                              <p:par>
                                <p:cTn id="71"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50"/>
                                        <p:tgtEl>
                                          <p:spTgt spid="22"/>
                                        </p:tgtEl>
                                      </p:cBhvr>
                                    </p:animEffect>
                                  </p:childTnLst>
                                </p:cTn>
                              </p:par>
                              <p:par>
                                <p:cTn id="74"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650"/>
                                        <p:tgtEl>
                                          <p:spTgt spid="23"/>
                                        </p:tgtEl>
                                      </p:cBhvr>
                                    </p:animEffect>
                                  </p:childTnLst>
                                </p:cTn>
                              </p:par>
                              <p:par>
                                <p:cTn id="79" presetID="53"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750"/>
                                        <p:tgtEl>
                                          <p:spTgt spid="24"/>
                                        </p:tgtEl>
                                      </p:cBhvr>
                                    </p:animEffect>
                                    <p:anim calcmode="lin" valueType="num">
                                      <p:cBhvr>
                                        <p:cTn id="77" dur="750" decel="100000" fill="hold"/>
                                        <p:tgtEl>
                                          <p:spTgt spid="24"/>
                                        </p:tgtEl>
                                        <p:attrNameLst>
                                          <p:attrName>ppt_w</p:attrName>
                                        </p:attrNameLst>
                                      </p:cBhvr>
                                      <p:tavLst>
                                        <p:tav tm="0">
                                          <p:val>
                                            <p:strVal val="#ppt_w*0.8"/>
                                          </p:val>
                                        </p:tav>
                                        <p:tav tm="100000">
                                          <p:val>
                                            <p:strVal val="#ppt_w"/>
                                          </p:val>
                                        </p:tav>
                                      </p:tavLst>
                                    </p:anim>
                                    <p:anim calcmode="lin" valueType="num">
                                      <p:cBhvr>
                                        <p:cTn id="78" dur="750" decel="100000" fill="hold"/>
                                        <p:tgtEl>
                                          <p:spTgt spid="24"/>
                                        </p:tgtEl>
                                        <p:attrNameLst>
                                          <p:attrName>ppt_h</p:attrName>
                                        </p:attrNameLst>
                                      </p:cBhvr>
                                      <p:tavLst>
                                        <p:tav tm="0">
                                          <p:val>
                                            <p:strVal val="#ppt_h*0.8"/>
                                          </p:val>
                                        </p:tav>
                                        <p:tav tm="100000">
                                          <p:val>
                                            <p:strVal val="#ppt_h"/>
                                          </p:val>
                                        </p:tav>
                                      </p:tavLst>
                                    </p:anim>
                                  </p:childTnLst>
                                </p:cTn>
                              </p:par>
                              <p:par>
                                <p:cTn id="84" presetID="53"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750"/>
                                        <p:tgtEl>
                                          <p:spTgt spid="25"/>
                                        </p:tgtEl>
                                      </p:cBhvr>
                                    </p:animEffect>
                                    <p:anim calcmode="lin" valueType="num">
                                      <p:cBhvr>
                                        <p:cTn id="82" dur="750" decel="100000" fill="hold"/>
                                        <p:tgtEl>
                                          <p:spTgt spid="25"/>
                                        </p:tgtEl>
                                        <p:attrNameLst>
                                          <p:attrName>ppt_w</p:attrName>
                                        </p:attrNameLst>
                                      </p:cBhvr>
                                      <p:tavLst>
                                        <p:tav tm="0">
                                          <p:val>
                                            <p:strVal val="#ppt_w*0.8"/>
                                          </p:val>
                                        </p:tav>
                                        <p:tav tm="100000">
                                          <p:val>
                                            <p:strVal val="#ppt_w"/>
                                          </p:val>
                                        </p:tav>
                                      </p:tavLst>
                                    </p:anim>
                                    <p:anim calcmode="lin" valueType="num">
                                      <p:cBhvr>
                                        <p:cTn id="83" dur="750" decel="100000" fill="hold"/>
                                        <p:tgtEl>
                                          <p:spTgt spid="25"/>
                                        </p:tgtEl>
                                        <p:attrNameLst>
                                          <p:attrName>ppt_h</p:attrName>
                                        </p:attrNameLst>
                                      </p:cBhvr>
                                      <p:tavLst>
                                        <p:tav tm="0">
                                          <p:val>
                                            <p:strVal val="#ppt_h*0.8"/>
                                          </p:val>
                                        </p:tav>
                                        <p:tav tm="100000">
                                          <p:val>
                                            <p:strVal val="#ppt_h"/>
                                          </p:val>
                                        </p:tav>
                                      </p:tavLst>
                                    </p:anim>
                                  </p:childTnLst>
                                </p:cTn>
                              </p:par>
                              <p:par>
                                <p:cTn id="89" presetID="53"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750"/>
                                        <p:tgtEl>
                                          <p:spTgt spid="26"/>
                                        </p:tgtEl>
                                      </p:cBhvr>
                                    </p:animEffect>
                                    <p:anim calcmode="lin" valueType="num">
                                      <p:cBhvr>
                                        <p:cTn id="87" dur="750" decel="100000" fill="hold"/>
                                        <p:tgtEl>
                                          <p:spTgt spid="26"/>
                                        </p:tgtEl>
                                        <p:attrNameLst>
                                          <p:attrName>ppt_w</p:attrName>
                                        </p:attrNameLst>
                                      </p:cBhvr>
                                      <p:tavLst>
                                        <p:tav tm="0">
                                          <p:val>
                                            <p:strVal val="#ppt_w*0.8"/>
                                          </p:val>
                                        </p:tav>
                                        <p:tav tm="100000">
                                          <p:val>
                                            <p:strVal val="#ppt_w"/>
                                          </p:val>
                                        </p:tav>
                                      </p:tavLst>
                                    </p:anim>
                                    <p:anim calcmode="lin" valueType="num">
                                      <p:cBhvr>
                                        <p:cTn id="88" dur="750" decel="100000" fill="hold"/>
                                        <p:tgtEl>
                                          <p:spTgt spid="26"/>
                                        </p:tgtEl>
                                        <p:attrNameLst>
                                          <p:attrName>ppt_h</p:attrName>
                                        </p:attrNameLst>
                                      </p:cBhvr>
                                      <p:tavLst>
                                        <p:tav tm="0">
                                          <p:val>
                                            <p:strVal val="#ppt_h*0.8"/>
                                          </p:val>
                                        </p:tav>
                                        <p:tav tm="100000">
                                          <p:val>
                                            <p:strVal val="#ppt_h"/>
                                          </p:val>
                                        </p:tav>
                                      </p:tavLst>
                                    </p:anim>
                                  </p:childTnLst>
                                </p:cTn>
                              </p:par>
                              <p:par>
                                <p:cTn id="94" presetID="53" presetClass="entr" presetSubtype="0" fill="hold" grpId="0" nodeType="withEffect">
                                  <p:stCondLst>
                                    <p:cond delay="0"/>
                                  </p:stCondLst>
                                  <p:childTnLst>
                                    <p:set>
                                      <p:cBhvr>
                                        <p:cTn id="90" dur="1" fill="hold">
                                          <p:stCondLst>
                                            <p:cond delay="0"/>
                                          </p:stCondLst>
                                        </p:cTn>
                                        <p:tgtEl>
                                          <p:spTgt spid="27"/>
                                        </p:tgtEl>
                                        <p:attrNameLst>
                                          <p:attrName>style.visibility</p:attrName>
                                        </p:attrNameLst>
                                      </p:cBhvr>
                                      <p:to>
                                        <p:strVal val="visible"/>
                                      </p:to>
                                    </p:set>
                                    <p:animEffect transition="in" filter="fade">
                                      <p:cBhvr>
                                        <p:cTn id="91" dur="750"/>
                                        <p:tgtEl>
                                          <p:spTgt spid="27"/>
                                        </p:tgtEl>
                                      </p:cBhvr>
                                    </p:animEffect>
                                    <p:anim calcmode="lin" valueType="num">
                                      <p:cBhvr>
                                        <p:cTn id="92" dur="750" decel="100000" fill="hold"/>
                                        <p:tgtEl>
                                          <p:spTgt spid="27"/>
                                        </p:tgtEl>
                                        <p:attrNameLst>
                                          <p:attrName>ppt_w</p:attrName>
                                        </p:attrNameLst>
                                      </p:cBhvr>
                                      <p:tavLst>
                                        <p:tav tm="0">
                                          <p:val>
                                            <p:strVal val="#ppt_w*0.8"/>
                                          </p:val>
                                        </p:tav>
                                        <p:tav tm="100000">
                                          <p:val>
                                            <p:strVal val="#ppt_w"/>
                                          </p:val>
                                        </p:tav>
                                      </p:tavLst>
                                    </p:anim>
                                    <p:anim calcmode="lin" valueType="num">
                                      <p:cBhvr>
                                        <p:cTn id="93" dur="750" decel="100000" fill="hold"/>
                                        <p:tgtEl>
                                          <p:spTgt spid="27"/>
                                        </p:tgtEl>
                                        <p:attrNameLst>
                                          <p:attrName>ppt_h</p:attrName>
                                        </p:attrNameLst>
                                      </p:cBhvr>
                                      <p:tavLst>
                                        <p:tav tm="0">
                                          <p:val>
                                            <p:strVal val="#ppt_h*0.8"/>
                                          </p:val>
                                        </p:tav>
                                        <p:tav tm="100000">
                                          <p:val>
                                            <p:strVal val="#ppt_h"/>
                                          </p:val>
                                        </p:tav>
                                      </p:tavLst>
                                    </p:anim>
                                  </p:childTnLst>
                                </p:cTn>
                              </p:par>
                              <p:par>
                                <p:cTn id="99" presetID="53"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750"/>
                                        <p:tgtEl>
                                          <p:spTgt spid="28"/>
                                        </p:tgtEl>
                                      </p:cBhvr>
                                    </p:animEffect>
                                    <p:anim calcmode="lin" valueType="num">
                                      <p:cBhvr>
                                        <p:cTn id="97" dur="750" decel="100000" fill="hold"/>
                                        <p:tgtEl>
                                          <p:spTgt spid="28"/>
                                        </p:tgtEl>
                                        <p:attrNameLst>
                                          <p:attrName>ppt_w</p:attrName>
                                        </p:attrNameLst>
                                      </p:cBhvr>
                                      <p:tavLst>
                                        <p:tav tm="0">
                                          <p:val>
                                            <p:strVal val="#ppt_w*0.8"/>
                                          </p:val>
                                        </p:tav>
                                        <p:tav tm="100000">
                                          <p:val>
                                            <p:strVal val="#ppt_w"/>
                                          </p:val>
                                        </p:tav>
                                      </p:tavLst>
                                    </p:anim>
                                    <p:anim calcmode="lin" valueType="num">
                                      <p:cBhvr>
                                        <p:cTn id="98" dur="750" decel="100000" fill="hold"/>
                                        <p:tgtEl>
                                          <p:spTgt spid="28"/>
                                        </p:tgtEl>
                                        <p:attrNameLst>
                                          <p:attrName>ppt_h</p:attrName>
                                        </p:attrNameLst>
                                      </p:cBhvr>
                                      <p:tavLst>
                                        <p:tav tm="0">
                                          <p:val>
                                            <p:strVal val="#ppt_h*0.8"/>
                                          </p:val>
                                        </p:tav>
                                        <p:tav tm="100000">
                                          <p:val>
                                            <p:strVal val="#ppt_h"/>
                                          </p:val>
                                        </p:tav>
                                      </p:tavLst>
                                    </p:anim>
                                  </p:childTnLst>
                                </p:cTn>
                              </p:par>
                              <p:par>
                                <p:cTn id="104" presetID="53" presetClass="entr" presetSubtype="0"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animEffect transition="in" filter="fade">
                                      <p:cBhvr>
                                        <p:cTn id="101" dur="750"/>
                                        <p:tgtEl>
                                          <p:spTgt spid="29"/>
                                        </p:tgtEl>
                                      </p:cBhvr>
                                    </p:animEffect>
                                    <p:anim calcmode="lin" valueType="num">
                                      <p:cBhvr>
                                        <p:cTn id="102" dur="750" decel="100000" fill="hold"/>
                                        <p:tgtEl>
                                          <p:spTgt spid="29"/>
                                        </p:tgtEl>
                                        <p:attrNameLst>
                                          <p:attrName>ppt_w</p:attrName>
                                        </p:attrNameLst>
                                      </p:cBhvr>
                                      <p:tavLst>
                                        <p:tav tm="0">
                                          <p:val>
                                            <p:strVal val="#ppt_w*0.8"/>
                                          </p:val>
                                        </p:tav>
                                        <p:tav tm="100000">
                                          <p:val>
                                            <p:strVal val="#ppt_w"/>
                                          </p:val>
                                        </p:tav>
                                      </p:tavLst>
                                    </p:anim>
                                    <p:anim calcmode="lin" valueType="num">
                                      <p:cBhvr>
                                        <p:cTn id="103" dur="750" decel="100000" fill="hold"/>
                                        <p:tgtEl>
                                          <p:spTgt spid="29"/>
                                        </p:tgtEl>
                                        <p:attrNameLst>
                                          <p:attrName>ppt_h</p:attrName>
                                        </p:attrNameLst>
                                      </p:cBhvr>
                                      <p:tavLst>
                                        <p:tav tm="0">
                                          <p:val>
                                            <p:strVal val="#ppt_h*0.8"/>
                                          </p:val>
                                        </p:tav>
                                        <p:tav tm="100000">
                                          <p:val>
                                            <p:strVal val="#ppt_h"/>
                                          </p:val>
                                        </p:tav>
                                      </p:tavLst>
                                    </p:anim>
                                  </p:childTnLst>
                                </p:cTn>
                              </p:par>
                              <p:par>
                                <p:cTn id="109" presetID="53" presetClass="entr" presetSubtype="0" fill="hold" grpId="0" nodeType="with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750"/>
                                        <p:tgtEl>
                                          <p:spTgt spid="30"/>
                                        </p:tgtEl>
                                      </p:cBhvr>
                                    </p:animEffect>
                                    <p:anim calcmode="lin" valueType="num">
                                      <p:cBhvr>
                                        <p:cTn id="107" dur="750" decel="100000" fill="hold"/>
                                        <p:tgtEl>
                                          <p:spTgt spid="30"/>
                                        </p:tgtEl>
                                        <p:attrNameLst>
                                          <p:attrName>ppt_w</p:attrName>
                                        </p:attrNameLst>
                                      </p:cBhvr>
                                      <p:tavLst>
                                        <p:tav tm="0">
                                          <p:val>
                                            <p:strVal val="#ppt_w*0.8"/>
                                          </p:val>
                                        </p:tav>
                                        <p:tav tm="100000">
                                          <p:val>
                                            <p:strVal val="#ppt_w"/>
                                          </p:val>
                                        </p:tav>
                                      </p:tavLst>
                                    </p:anim>
                                    <p:anim calcmode="lin" valueType="num">
                                      <p:cBhvr>
                                        <p:cTn id="108" dur="750" decel="100000" fill="hold"/>
                                        <p:tgtEl>
                                          <p:spTgt spid="30"/>
                                        </p:tgtEl>
                                        <p:attrNameLst>
                                          <p:attrName>ppt_h</p:attrName>
                                        </p:attrNameLst>
                                      </p:cBhvr>
                                      <p:tavLst>
                                        <p:tav tm="0">
                                          <p:val>
                                            <p:strVal val="#ppt_h*0.8"/>
                                          </p:val>
                                        </p:tav>
                                        <p:tav tm="100000">
                                          <p:val>
                                            <p:strVal val="#ppt_h"/>
                                          </p:val>
                                        </p:tav>
                                      </p:tavLst>
                                    </p:anim>
                                  </p:childTnLst>
                                </p:cTn>
                              </p:par>
                              <p:par>
                                <p:cTn id="114" presetID="53" presetClass="entr" presetSubtype="0" fill="hold" grpId="0"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750"/>
                                        <p:tgtEl>
                                          <p:spTgt spid="31"/>
                                        </p:tgtEl>
                                      </p:cBhvr>
                                    </p:animEffect>
                                    <p:anim calcmode="lin" valueType="num">
                                      <p:cBhvr>
                                        <p:cTn id="112" dur="750" decel="100000" fill="hold"/>
                                        <p:tgtEl>
                                          <p:spTgt spid="31"/>
                                        </p:tgtEl>
                                        <p:attrNameLst>
                                          <p:attrName>ppt_w</p:attrName>
                                        </p:attrNameLst>
                                      </p:cBhvr>
                                      <p:tavLst>
                                        <p:tav tm="0">
                                          <p:val>
                                            <p:strVal val="#ppt_w*0.8"/>
                                          </p:val>
                                        </p:tav>
                                        <p:tav tm="100000">
                                          <p:val>
                                            <p:strVal val="#ppt_w"/>
                                          </p:val>
                                        </p:tav>
                                      </p:tavLst>
                                    </p:anim>
                                    <p:anim calcmode="lin" valueType="num">
                                      <p:cBhvr>
                                        <p:cTn id="113" dur="750" decel="100000" fill="hold"/>
                                        <p:tgtEl>
                                          <p:spTgt spid="31"/>
                                        </p:tgtEl>
                                        <p:attrNameLst>
                                          <p:attrName>ppt_h</p:attrName>
                                        </p:attrNameLst>
                                      </p:cBhvr>
                                      <p:tavLst>
                                        <p:tav tm="0">
                                          <p:val>
                                            <p:strVal val="#ppt_h*0.8"/>
                                          </p:val>
                                        </p:tav>
                                        <p:tav tm="100000">
                                          <p:val>
                                            <p:strVal val="#ppt_h"/>
                                          </p:val>
                                        </p:tav>
                                      </p:tavLst>
                                    </p:anim>
                                  </p:childTnLst>
                                </p:cTn>
                              </p:par>
                              <p:par>
                                <p:cTn id="119" presetID="53" presetClass="entr" presetSubtype="0" fill="hold" grpId="0" nodeType="withEffect">
                                  <p:stCondLst>
                                    <p:cond delay="0"/>
                                  </p:stCondLst>
                                  <p:childTnLst>
                                    <p:set>
                                      <p:cBhvr>
                                        <p:cTn id="115" dur="1" fill="hold">
                                          <p:stCondLst>
                                            <p:cond delay="0"/>
                                          </p:stCondLst>
                                        </p:cTn>
                                        <p:tgtEl>
                                          <p:spTgt spid="32"/>
                                        </p:tgtEl>
                                        <p:attrNameLst>
                                          <p:attrName>style.visibility</p:attrName>
                                        </p:attrNameLst>
                                      </p:cBhvr>
                                      <p:to>
                                        <p:strVal val="visible"/>
                                      </p:to>
                                    </p:set>
                                    <p:animEffect transition="in" filter="fade">
                                      <p:cBhvr>
                                        <p:cTn id="116" dur="750"/>
                                        <p:tgtEl>
                                          <p:spTgt spid="32"/>
                                        </p:tgtEl>
                                      </p:cBhvr>
                                    </p:animEffect>
                                    <p:anim calcmode="lin" valueType="num">
                                      <p:cBhvr>
                                        <p:cTn id="117" dur="750" decel="100000" fill="hold"/>
                                        <p:tgtEl>
                                          <p:spTgt spid="32"/>
                                        </p:tgtEl>
                                        <p:attrNameLst>
                                          <p:attrName>ppt_w</p:attrName>
                                        </p:attrNameLst>
                                      </p:cBhvr>
                                      <p:tavLst>
                                        <p:tav tm="0">
                                          <p:val>
                                            <p:strVal val="#ppt_w*0.8"/>
                                          </p:val>
                                        </p:tav>
                                        <p:tav tm="100000">
                                          <p:val>
                                            <p:strVal val="#ppt_w"/>
                                          </p:val>
                                        </p:tav>
                                      </p:tavLst>
                                    </p:anim>
                                    <p:anim calcmode="lin" valueType="num">
                                      <p:cBhvr>
                                        <p:cTn id="118" dur="750" decel="100000" fill="hold"/>
                                        <p:tgtEl>
                                          <p:spTgt spid="32"/>
                                        </p:tgtEl>
                                        <p:attrNameLst>
                                          <p:attrName>ppt_h</p:attrName>
                                        </p:attrNameLst>
                                      </p:cBhvr>
                                      <p:tavLst>
                                        <p:tav tm="0">
                                          <p:val>
                                            <p:strVal val="#ppt_h*0.8"/>
                                          </p:val>
                                        </p:tav>
                                        <p:tav tm="100000">
                                          <p:val>
                                            <p:strVal val="#ppt_h"/>
                                          </p:val>
                                        </p:tav>
                                      </p:tavLst>
                                    </p:anim>
                                  </p:childTnLst>
                                </p:cTn>
                              </p:par>
                              <p:par>
                                <p:cTn id="124" presetID="53" presetClass="entr" presetSubtype="0" fill="hold" grpId="0" nodeType="withEffect">
                                  <p:stCondLst>
                                    <p:cond delay="0"/>
                                  </p:stCondLst>
                                  <p:childTnLst>
                                    <p:set>
                                      <p:cBhvr>
                                        <p:cTn id="120" dur="1" fill="hold">
                                          <p:stCondLst>
                                            <p:cond delay="0"/>
                                          </p:stCondLst>
                                        </p:cTn>
                                        <p:tgtEl>
                                          <p:spTgt spid="33"/>
                                        </p:tgtEl>
                                        <p:attrNameLst>
                                          <p:attrName>style.visibility</p:attrName>
                                        </p:attrNameLst>
                                      </p:cBhvr>
                                      <p:to>
                                        <p:strVal val="visible"/>
                                      </p:to>
                                    </p:set>
                                    <p:animEffect transition="in" filter="fade">
                                      <p:cBhvr>
                                        <p:cTn id="121" dur="750"/>
                                        <p:tgtEl>
                                          <p:spTgt spid="33"/>
                                        </p:tgtEl>
                                      </p:cBhvr>
                                    </p:animEffect>
                                    <p:anim calcmode="lin" valueType="num">
                                      <p:cBhvr>
                                        <p:cTn id="122" dur="750" decel="100000" fill="hold"/>
                                        <p:tgtEl>
                                          <p:spTgt spid="33"/>
                                        </p:tgtEl>
                                        <p:attrNameLst>
                                          <p:attrName>ppt_w</p:attrName>
                                        </p:attrNameLst>
                                      </p:cBhvr>
                                      <p:tavLst>
                                        <p:tav tm="0">
                                          <p:val>
                                            <p:strVal val="#ppt_w*0.8"/>
                                          </p:val>
                                        </p:tav>
                                        <p:tav tm="100000">
                                          <p:val>
                                            <p:strVal val="#ppt_w"/>
                                          </p:val>
                                        </p:tav>
                                      </p:tavLst>
                                    </p:anim>
                                    <p:anim calcmode="lin" valueType="num">
                                      <p:cBhvr>
                                        <p:cTn id="123" dur="750" decel="100000" fill="hold"/>
                                        <p:tgtEl>
                                          <p:spTgt spid="33"/>
                                        </p:tgtEl>
                                        <p:attrNameLst>
                                          <p:attrName>ppt_h</p:attrName>
                                        </p:attrNameLst>
                                      </p:cBhvr>
                                      <p:tavLst>
                                        <p:tav tm="0">
                                          <p:val>
                                            <p:strVal val="#ppt_h*0.8"/>
                                          </p:val>
                                        </p:tav>
                                        <p:tav tm="100000">
                                          <p:val>
                                            <p:strVal val="#ppt_h"/>
                                          </p:val>
                                        </p:tav>
                                      </p:tavLst>
                                    </p:anim>
                                  </p:childTnLst>
                                </p:cTn>
                              </p:par>
                            </p:childTnLst>
                          </p:cTn>
                        </p:par>
                        <p:par>
                          <p:cTn id="132" fill="hold">
                            <p:stCondLst>
                              <p:cond delay="1280"/>
                            </p:stCondLst>
                            <p:childTnLst>
                              <p:par>
                                <p:cTn id="128" presetID="10" presetClass="entr" presetSubtype="0" fill="hold" grpId="0" nodeType="withEffect">
                                  <p:stCondLst>
                                    <p:cond delay="0"/>
                                  </p:stCondLst>
                                  <p:childTnLst>
                                    <p:set>
                                      <p:cBhvr>
                                        <p:cTn id="126" dur="1" fill="hold">
                                          <p:stCondLst>
                                            <p:cond delay="0"/>
                                          </p:stCondLst>
                                        </p:cTn>
                                        <p:tgtEl>
                                          <p:spTgt spid="20"/>
                                        </p:tgtEl>
                                        <p:attrNameLst>
                                          <p:attrName>style.visibility</p:attrName>
                                        </p:attrNameLst>
                                      </p:cBhvr>
                                      <p:to>
                                        <p:strVal val="visible"/>
                                      </p:to>
                                    </p:set>
                                    <p:animEffect transition="in" filter="fade">
                                      <p:cBhvr>
                                        <p:cTn id="127" dur="650"/>
                                        <p:tgtEl>
                                          <p:spTgt spid="20"/>
                                        </p:tgtEl>
                                      </p:cBhvr>
                                    </p:animEffect>
                                  </p:childTnLst>
                                </p:cTn>
                              </p:par>
                              <p:par>
                                <p:cTn id="131" presetID="10" presetClass="entr" presetSubtype="0" fill="hold" grpId="0" nodeType="with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650"/>
                                        <p:tgtEl>
                                          <p:spTgt spid="34"/>
                                        </p:tgtEl>
                                      </p:cBhvr>
                                    </p:animEffect>
                                  </p:childTnLst>
                                </p:cTn>
                              </p:par>
                            </p:childTnLst>
                          </p:cTn>
                        </p:par>
                        <p:par>
                          <p:cTn id="137" fill="hold">
                            <p:stCondLst>
                              <p:cond delay="1600"/>
                            </p:stCondLst>
                            <p:childTnLst>
                              <p:par>
                                <p:cTn id="136" presetID="42" presetClass="entr" presetSubtype="0" fill="hold" grpId="0" nodeType="with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750"/>
                                        <p:tgtEl>
                                          <p:spTgt spid="35"/>
                                        </p:tgtEl>
                                      </p:cBhvr>
                                    </p:animEffect>
                                    <p:anim calcmode="lin" valueType="num">
                                      <p:cBhvr>
                                        <p:cTn id="135" dur="750" decel="100000" fill="hold"/>
                                        <p:tgtEl>
                                          <p:spTgt spid="35"/>
                                        </p:tgtEl>
                                        <p:attrNameLst>
                                          <p:attrName>ppt_y</p:attrName>
                                        </p:attrNameLst>
                                      </p:cBhvr>
                                      <p:tavLst>
                                        <p:tav tm="0">
                                          <p:val>
                                            <p:strVal val="#ppt_y+0.035"/>
                                          </p:val>
                                        </p:tav>
                                        <p:tav tm="100000">
                                          <p:val>
                                            <p:strVal val="#ppt_y"/>
                                          </p:val>
                                        </p:tav>
                                      </p:tavLst>
                                    </p:anim>
                                  </p:childTnLst>
                                </p:cTn>
                              </p:par>
                            </p:childTnLst>
                          </p:cTn>
                        </p:par>
                        <p:par>
                          <p:cTn id="142" fill="hold">
                            <p:stCondLst>
                              <p:cond delay="1920"/>
                            </p:stCondLst>
                            <p:childTnLst>
                              <p:par>
                                <p:cTn id="141" presetID="42" presetClass="entr" presetSubtype="0" fill="hold" grpId="0" nodeType="withEffect">
                                  <p:stCondLst>
                                    <p:cond delay="0"/>
                                  </p:stCondLst>
                                  <p:childTnLst>
                                    <p:set>
                                      <p:cBhvr>
                                        <p:cTn id="138" dur="1" fill="hold">
                                          <p:stCondLst>
                                            <p:cond delay="0"/>
                                          </p:stCondLst>
                                        </p:cTn>
                                        <p:tgtEl>
                                          <p:spTgt spid="36"/>
                                        </p:tgtEl>
                                        <p:attrNameLst>
                                          <p:attrName>style.visibility</p:attrName>
                                        </p:attrNameLst>
                                      </p:cBhvr>
                                      <p:to>
                                        <p:strVal val="visible"/>
                                      </p:to>
                                    </p:set>
                                    <p:animEffect transition="in" filter="fade">
                                      <p:cBhvr>
                                        <p:cTn id="139" dur="750"/>
                                        <p:tgtEl>
                                          <p:spTgt spid="36"/>
                                        </p:tgtEl>
                                      </p:cBhvr>
                                    </p:animEffect>
                                    <p:anim calcmode="lin" valueType="num">
                                      <p:cBhvr>
                                        <p:cTn id="140" dur="750" decel="100000" fill="hold"/>
                                        <p:tgtEl>
                                          <p:spTgt spid="36"/>
                                        </p:tgtEl>
                                        <p:attrNameLst>
                                          <p:attrName>ppt_y</p:attrName>
                                        </p:attrNameLst>
                                      </p:cBhvr>
                                      <p:tavLst>
                                        <p:tav tm="0">
                                          <p:val>
                                            <p:strVal val="#ppt_y+0.035"/>
                                          </p:val>
                                        </p:tav>
                                        <p:tav tm="100000">
                                          <p:val>
                                            <p:strVal val="#ppt_y"/>
                                          </p:val>
                                        </p:tav>
                                      </p:tavLst>
                                    </p:anim>
                                  </p:childTnLst>
                                </p:cTn>
                              </p:par>
                            </p:childTnLst>
                          </p:cTn>
                        </p:par>
                        <p:par>
                          <p:cTn id="147" fill="hold">
                            <p:stCondLst>
                              <p:cond delay="2240"/>
                            </p:stCondLst>
                            <p:childTnLst>
                              <p:par>
                                <p:cTn id="146" presetID="42" presetClass="entr" presetSubtype="0" fill="hold" grpId="0" nodeType="withEffect">
                                  <p:stCondLst>
                                    <p:cond delay="0"/>
                                  </p:stCondLst>
                                  <p:childTnLst>
                                    <p:set>
                                      <p:cBhvr>
                                        <p:cTn id="143" dur="1" fill="hold">
                                          <p:stCondLst>
                                            <p:cond delay="0"/>
                                          </p:stCondLst>
                                        </p:cTn>
                                        <p:tgtEl>
                                          <p:spTgt spid="37"/>
                                        </p:tgtEl>
                                        <p:attrNameLst>
                                          <p:attrName>style.visibility</p:attrName>
                                        </p:attrNameLst>
                                      </p:cBhvr>
                                      <p:to>
                                        <p:strVal val="visible"/>
                                      </p:to>
                                    </p:set>
                                    <p:animEffect transition="in" filter="fade">
                                      <p:cBhvr>
                                        <p:cTn id="144" dur="750"/>
                                        <p:tgtEl>
                                          <p:spTgt spid="37"/>
                                        </p:tgtEl>
                                      </p:cBhvr>
                                    </p:animEffect>
                                    <p:anim calcmode="lin" valueType="num">
                                      <p:cBhvr>
                                        <p:cTn id="145" dur="750" decel="100000" fill="hold"/>
                                        <p:tgtEl>
                                          <p:spTgt spid="37"/>
                                        </p:tgtEl>
                                        <p:attrNameLst>
                                          <p:attrName>ppt_y</p:attrName>
                                        </p:attrNameLst>
                                      </p:cBhvr>
                                      <p:tavLst>
                                        <p:tav tm="0">
                                          <p:val>
                                            <p:strVal val="#ppt_y+0.035"/>
                                          </p:val>
                                        </p:tav>
                                        <p:tav tm="100000">
                                          <p:val>
                                            <p:strVal val="#ppt_y"/>
                                          </p:val>
                                        </p:tav>
                                      </p:tavLst>
                                    </p:anim>
                                  </p:childTnLst>
                                </p:cTn>
                              </p:par>
                            </p:childTnLst>
                          </p:cTn>
                        </p:par>
                        <p:par>
                          <p:cTn id="151" fill="hold">
                            <p:stCondLst>
                              <p:cond delay="2560"/>
                            </p:stCondLst>
                            <p:childTnLst>
                              <p:par>
                                <p:cTn id="150" presetID="10" presetClass="entr" presetSubtype="0" fill="hold" grpId="0" nodeType="withEffect">
                                  <p:stCondLst>
                                    <p:cond delay="0"/>
                                  </p:stCondLst>
                                  <p:childTnLst>
                                    <p:set>
                                      <p:cBhvr>
                                        <p:cTn id="148" dur="1" fill="hold">
                                          <p:stCondLst>
                                            <p:cond delay="0"/>
                                          </p:stCondLst>
                                        </p:cTn>
                                        <p:tgtEl>
                                          <p:spTgt spid="38"/>
                                        </p:tgtEl>
                                        <p:attrNameLst>
                                          <p:attrName>style.visibility</p:attrName>
                                        </p:attrNameLst>
                                      </p:cBhvr>
                                      <p:to>
                                        <p:strVal val="visible"/>
                                      </p:to>
                                    </p:set>
                                    <p:animEffect transition="in" filter="fade">
                                      <p:cBhvr>
                                        <p:cTn id="149" dur="6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Kervan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